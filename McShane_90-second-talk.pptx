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63" r:id="rId3"/>
    <p:sldMasterId id="2147483653" r:id="rId4"/>
  </p:sldMasterIdLst>
  <p:notesMasterIdLst>
    <p:notesMasterId r:id="rId7"/>
  </p:notesMasterIdLst>
  <p:handoutMasterIdLst>
    <p:handoutMasterId r:id="rId8"/>
  </p:handoutMasterIdLst>
  <p:sldIdLst>
    <p:sldId id="259" r:id="rId5"/>
    <p:sldId id="257" r:id="rId6"/>
  </p:sldIdLst>
  <p:sldSz cx="51206400" cy="28803600"/>
  <p:notesSz cx="7315200" cy="9601200"/>
  <p:defaultTextStyle>
    <a:defPPr>
      <a:defRPr lang="en-US"/>
    </a:defPPr>
    <a:lvl1pPr marL="0" algn="l" defTabSz="3839826" rtl="0" eaLnBrk="1" latinLnBrk="0" hangingPunct="1">
      <a:defRPr sz="7500" kern="1200">
        <a:solidFill>
          <a:schemeClr val="tx1"/>
        </a:solidFill>
        <a:latin typeface="+mn-lt"/>
        <a:ea typeface="+mn-ea"/>
        <a:cs typeface="+mn-cs"/>
      </a:defRPr>
    </a:lvl1pPr>
    <a:lvl2pPr marL="1919914" algn="l" defTabSz="3839826" rtl="0" eaLnBrk="1" latinLnBrk="0" hangingPunct="1">
      <a:defRPr sz="7500" kern="1200">
        <a:solidFill>
          <a:schemeClr val="tx1"/>
        </a:solidFill>
        <a:latin typeface="+mn-lt"/>
        <a:ea typeface="+mn-ea"/>
        <a:cs typeface="+mn-cs"/>
      </a:defRPr>
    </a:lvl2pPr>
    <a:lvl3pPr marL="3839826" algn="l" defTabSz="3839826" rtl="0" eaLnBrk="1" latinLnBrk="0" hangingPunct="1">
      <a:defRPr sz="7500" kern="1200">
        <a:solidFill>
          <a:schemeClr val="tx1"/>
        </a:solidFill>
        <a:latin typeface="+mn-lt"/>
        <a:ea typeface="+mn-ea"/>
        <a:cs typeface="+mn-cs"/>
      </a:defRPr>
    </a:lvl3pPr>
    <a:lvl4pPr marL="5759739" algn="l" defTabSz="3839826" rtl="0" eaLnBrk="1" latinLnBrk="0" hangingPunct="1">
      <a:defRPr sz="7500" kern="1200">
        <a:solidFill>
          <a:schemeClr val="tx1"/>
        </a:solidFill>
        <a:latin typeface="+mn-lt"/>
        <a:ea typeface="+mn-ea"/>
        <a:cs typeface="+mn-cs"/>
      </a:defRPr>
    </a:lvl4pPr>
    <a:lvl5pPr marL="7679651" algn="l" defTabSz="3839826" rtl="0" eaLnBrk="1" latinLnBrk="0" hangingPunct="1">
      <a:defRPr sz="7500" kern="1200">
        <a:solidFill>
          <a:schemeClr val="tx1"/>
        </a:solidFill>
        <a:latin typeface="+mn-lt"/>
        <a:ea typeface="+mn-ea"/>
        <a:cs typeface="+mn-cs"/>
      </a:defRPr>
    </a:lvl5pPr>
    <a:lvl6pPr marL="9599565" algn="l" defTabSz="3839826" rtl="0" eaLnBrk="1" latinLnBrk="0" hangingPunct="1">
      <a:defRPr sz="7500" kern="1200">
        <a:solidFill>
          <a:schemeClr val="tx1"/>
        </a:solidFill>
        <a:latin typeface="+mn-lt"/>
        <a:ea typeface="+mn-ea"/>
        <a:cs typeface="+mn-cs"/>
      </a:defRPr>
    </a:lvl6pPr>
    <a:lvl7pPr marL="11519479" algn="l" defTabSz="3839826" rtl="0" eaLnBrk="1" latinLnBrk="0" hangingPunct="1">
      <a:defRPr sz="7500" kern="1200">
        <a:solidFill>
          <a:schemeClr val="tx1"/>
        </a:solidFill>
        <a:latin typeface="+mn-lt"/>
        <a:ea typeface="+mn-ea"/>
        <a:cs typeface="+mn-cs"/>
      </a:defRPr>
    </a:lvl7pPr>
    <a:lvl8pPr marL="13439391" algn="l" defTabSz="3839826" rtl="0" eaLnBrk="1" latinLnBrk="0" hangingPunct="1">
      <a:defRPr sz="7500" kern="1200">
        <a:solidFill>
          <a:schemeClr val="tx1"/>
        </a:solidFill>
        <a:latin typeface="+mn-lt"/>
        <a:ea typeface="+mn-ea"/>
        <a:cs typeface="+mn-cs"/>
      </a:defRPr>
    </a:lvl8pPr>
    <a:lvl9pPr marL="15359304" algn="l" defTabSz="3839826" rtl="0" eaLnBrk="1" latinLnBrk="0" hangingPunct="1">
      <a:defRPr sz="7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1" userDrawn="1">
          <p15:clr>
            <a:srgbClr val="A4A3A4"/>
          </p15:clr>
        </p15:guide>
        <p15:guide id="2" orient="horz" pos="264" userDrawn="1">
          <p15:clr>
            <a:srgbClr val="A4A3A4"/>
          </p15:clr>
        </p15:guide>
        <p15:guide id="3" orient="horz" pos="18480" userDrawn="1">
          <p15:clr>
            <a:srgbClr val="A4A3A4"/>
          </p15:clr>
        </p15:guide>
        <p15:guide id="4" orient="horz" userDrawn="1">
          <p15:clr>
            <a:srgbClr val="A4A3A4"/>
          </p15:clr>
        </p15:guide>
        <p15:guide id="5" pos="711" userDrawn="1">
          <p15:clr>
            <a:srgbClr val="A4A3A4"/>
          </p15:clr>
        </p15:guide>
        <p15:guide id="6" pos="33172" userDrawn="1">
          <p15:clr>
            <a:srgbClr val="A4A3A4"/>
          </p15:clr>
        </p15:guide>
        <p15:guide id="7" orient="horz" pos="2903" userDrawn="1">
          <p15:clr>
            <a:srgbClr val="A4A3A4"/>
          </p15:clr>
        </p15:guide>
        <p15:guide id="8" orient="horz" pos="252" userDrawn="1">
          <p15:clr>
            <a:srgbClr val="A4A3A4"/>
          </p15:clr>
        </p15:guide>
        <p15:guide id="9" orient="horz" pos="17640" userDrawn="1">
          <p15:clr>
            <a:srgbClr val="A4A3A4"/>
          </p15:clr>
        </p15:guide>
        <p15:guide id="10" pos="679" userDrawn="1">
          <p15:clr>
            <a:srgbClr val="A4A3A4"/>
          </p15:clr>
        </p15:guide>
        <p15:guide id="11" pos="31664" userDrawn="1">
          <p15:clr>
            <a:srgbClr val="A4A3A4"/>
          </p15:clr>
        </p15:guide>
      </p15:sldGuideLst>
    </p:ext>
    <p:ext uri="{2D200454-40CA-4A62-9FC3-DE9A4176ACB9}">
      <p15:notesGuideLst xmlns:p15="http://schemas.microsoft.com/office/powerpoint/2012/main">
        <p15:guide id="1" orient="horz" pos="3025"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366"/>
    <a:srgbClr val="F5F6F9"/>
    <a:srgbClr val="F2F4F8"/>
    <a:srgbClr val="FAFBFC"/>
    <a:srgbClr val="EBEEF4"/>
    <a:srgbClr val="4B1004"/>
    <a:srgbClr val="F3F5FA"/>
    <a:srgbClr val="CDD2DE"/>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93590" autoAdjust="0"/>
  </p:normalViewPr>
  <p:slideViewPr>
    <p:cSldViewPr snapToGrid="0" snapToObjects="1" showGuides="1">
      <p:cViewPr varScale="1">
        <p:scale>
          <a:sx n="25" d="100"/>
          <a:sy n="25" d="100"/>
        </p:scale>
        <p:origin x="1050" y="72"/>
      </p:cViewPr>
      <p:guideLst>
        <p:guide orient="horz" pos="3041"/>
        <p:guide orient="horz" pos="264"/>
        <p:guide orient="horz" pos="18480"/>
        <p:guide orient="horz"/>
        <p:guide pos="711"/>
        <p:guide pos="33172"/>
        <p:guide orient="horz" pos="2903"/>
        <p:guide orient="horz" pos="252"/>
        <p:guide orient="horz" pos="17640"/>
        <p:guide pos="679"/>
        <p:guide pos="3166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7" d="100"/>
          <a:sy n="57" d="100"/>
        </p:scale>
        <p:origin x="2832" y="72"/>
      </p:cViewPr>
      <p:guideLst>
        <p:guide orient="horz" pos="3025"/>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Shane, Ryan" userId="15f1e47e-74da-417d-b29b-d791a6c627ed" providerId="ADAL" clId="{C60FAF3D-BAAD-4E54-B894-2D1F33B2CD7A}"/>
    <pc:docChg chg="undo redo custSel addSld delSld modSld delMainMaster modMainMaster">
      <pc:chgData name="McShane, Ryan" userId="15f1e47e-74da-417d-b29b-d791a6c627ed" providerId="ADAL" clId="{C60FAF3D-BAAD-4E54-B894-2D1F33B2CD7A}" dt="2018-03-27T20:10:32.373" v="1046" actId="20577"/>
      <pc:docMkLst>
        <pc:docMk/>
      </pc:docMkLst>
      <pc:sldChg chg="addSp delSp modSp add">
        <pc:chgData name="McShane, Ryan" userId="15f1e47e-74da-417d-b29b-d791a6c627ed" providerId="ADAL" clId="{C60FAF3D-BAAD-4E54-B894-2D1F33B2CD7A}" dt="2018-03-27T20:10:32.373" v="1046" actId="20577"/>
        <pc:sldMkLst>
          <pc:docMk/>
          <pc:sldMk cId="2369504077" sldId="257"/>
        </pc:sldMkLst>
        <pc:spChg chg="del">
          <ac:chgData name="McShane, Ryan" userId="15f1e47e-74da-417d-b29b-d791a6c627ed" providerId="ADAL" clId="{C60FAF3D-BAAD-4E54-B894-2D1F33B2CD7A}" dt="2018-03-23T20:13:33.399" v="204" actId="478"/>
          <ac:spMkLst>
            <pc:docMk/>
            <pc:sldMk cId="2369504077" sldId="257"/>
            <ac:spMk id="2" creationId="{12D3D868-FEFC-460B-B83F-65E698C6990E}"/>
          </ac:spMkLst>
        </pc:spChg>
        <pc:spChg chg="del">
          <ac:chgData name="McShane, Ryan" userId="15f1e47e-74da-417d-b29b-d791a6c627ed" providerId="ADAL" clId="{C60FAF3D-BAAD-4E54-B894-2D1F33B2CD7A}" dt="2018-03-23T20:13:28.006" v="203" actId="478"/>
          <ac:spMkLst>
            <pc:docMk/>
            <pc:sldMk cId="2369504077" sldId="257"/>
            <ac:spMk id="3" creationId="{E851796C-74A4-470C-B2D6-8600447CE285}"/>
          </ac:spMkLst>
        </pc:spChg>
        <pc:spChg chg="del">
          <ac:chgData name="McShane, Ryan" userId="15f1e47e-74da-417d-b29b-d791a6c627ed" providerId="ADAL" clId="{C60FAF3D-BAAD-4E54-B894-2D1F33B2CD7A}" dt="2018-03-23T20:13:22.499" v="202" actId="478"/>
          <ac:spMkLst>
            <pc:docMk/>
            <pc:sldMk cId="2369504077" sldId="257"/>
            <ac:spMk id="4" creationId="{5901AF59-C912-4387-9213-284D5389A608}"/>
          </ac:spMkLst>
        </pc:spChg>
        <pc:spChg chg="add del mod topLvl">
          <ac:chgData name="McShane, Ryan" userId="15f1e47e-74da-417d-b29b-d791a6c627ed" providerId="ADAL" clId="{C60FAF3D-BAAD-4E54-B894-2D1F33B2CD7A}" dt="2018-03-23T21:04:02.343" v="237" actId="478"/>
          <ac:spMkLst>
            <pc:docMk/>
            <pc:sldMk cId="2369504077" sldId="257"/>
            <ac:spMk id="9" creationId="{5186E3FF-069A-436A-8E8B-83E7D0A08F64}"/>
          </ac:spMkLst>
        </pc:spChg>
        <pc:spChg chg="add del mod topLvl">
          <ac:chgData name="McShane, Ryan" userId="15f1e47e-74da-417d-b29b-d791a6c627ed" providerId="ADAL" clId="{C60FAF3D-BAAD-4E54-B894-2D1F33B2CD7A}" dt="2018-03-23T21:04:11.673" v="240" actId="478"/>
          <ac:spMkLst>
            <pc:docMk/>
            <pc:sldMk cId="2369504077" sldId="257"/>
            <ac:spMk id="10" creationId="{069ECB9F-EBFA-463E-813D-C18E26BD273A}"/>
          </ac:spMkLst>
        </pc:spChg>
        <pc:spChg chg="add mod topLvl">
          <ac:chgData name="McShane, Ryan" userId="15f1e47e-74da-417d-b29b-d791a6c627ed" providerId="ADAL" clId="{C60FAF3D-BAAD-4E54-B894-2D1F33B2CD7A}" dt="2018-03-27T20:08:04.248" v="1039" actId="1037"/>
          <ac:spMkLst>
            <pc:docMk/>
            <pc:sldMk cId="2369504077" sldId="257"/>
            <ac:spMk id="11" creationId="{C67673EC-31E1-431E-B0D5-6F2F0A4E19AB}"/>
          </ac:spMkLst>
        </pc:spChg>
        <pc:spChg chg="add mod">
          <ac:chgData name="McShane, Ryan" userId="15f1e47e-74da-417d-b29b-d791a6c627ed" providerId="ADAL" clId="{C60FAF3D-BAAD-4E54-B894-2D1F33B2CD7A}" dt="2018-03-27T20:08:04.248" v="1039" actId="1037"/>
          <ac:spMkLst>
            <pc:docMk/>
            <pc:sldMk cId="2369504077" sldId="257"/>
            <ac:spMk id="26" creationId="{4684DCF0-90F0-480C-9DE5-F6E4E4A93697}"/>
          </ac:spMkLst>
        </pc:spChg>
        <pc:spChg chg="add mod">
          <ac:chgData name="McShane, Ryan" userId="15f1e47e-74da-417d-b29b-d791a6c627ed" providerId="ADAL" clId="{C60FAF3D-BAAD-4E54-B894-2D1F33B2CD7A}" dt="2018-03-27T20:08:04.248" v="1039" actId="1037"/>
          <ac:spMkLst>
            <pc:docMk/>
            <pc:sldMk cId="2369504077" sldId="257"/>
            <ac:spMk id="27" creationId="{EAC8820E-C603-44B8-A85D-EEA2C5419B02}"/>
          </ac:spMkLst>
        </pc:spChg>
        <pc:spChg chg="add mod ord">
          <ac:chgData name="McShane, Ryan" userId="15f1e47e-74da-417d-b29b-d791a6c627ed" providerId="ADAL" clId="{C60FAF3D-BAAD-4E54-B894-2D1F33B2CD7A}" dt="2018-03-27T20:08:04.248" v="1039" actId="1037"/>
          <ac:spMkLst>
            <pc:docMk/>
            <pc:sldMk cId="2369504077" sldId="257"/>
            <ac:spMk id="32" creationId="{8F86F202-DDB2-445F-A7A4-3EBE1BF76C5D}"/>
          </ac:spMkLst>
        </pc:spChg>
        <pc:spChg chg="add mod">
          <ac:chgData name="McShane, Ryan" userId="15f1e47e-74da-417d-b29b-d791a6c627ed" providerId="ADAL" clId="{C60FAF3D-BAAD-4E54-B894-2D1F33B2CD7A}" dt="2018-03-27T20:08:04.248" v="1039" actId="1037"/>
          <ac:spMkLst>
            <pc:docMk/>
            <pc:sldMk cId="2369504077" sldId="257"/>
            <ac:spMk id="36" creationId="{483C6E40-78B7-4E51-8BBF-B9D5937DC7F8}"/>
          </ac:spMkLst>
        </pc:spChg>
        <pc:spChg chg="add mod ord">
          <ac:chgData name="McShane, Ryan" userId="15f1e47e-74da-417d-b29b-d791a6c627ed" providerId="ADAL" clId="{C60FAF3D-BAAD-4E54-B894-2D1F33B2CD7A}" dt="2018-03-27T20:08:04.248" v="1039" actId="1037"/>
          <ac:spMkLst>
            <pc:docMk/>
            <pc:sldMk cId="2369504077" sldId="257"/>
            <ac:spMk id="37" creationId="{329D5A0A-E4A9-4361-BA1D-2BDC375E90BD}"/>
          </ac:spMkLst>
        </pc:spChg>
        <pc:spChg chg="add mod">
          <ac:chgData name="McShane, Ryan" userId="15f1e47e-74da-417d-b29b-d791a6c627ed" providerId="ADAL" clId="{C60FAF3D-BAAD-4E54-B894-2D1F33B2CD7A}" dt="2018-03-27T20:08:04.248" v="1039" actId="1037"/>
          <ac:spMkLst>
            <pc:docMk/>
            <pc:sldMk cId="2369504077" sldId="257"/>
            <ac:spMk id="41" creationId="{16F75D67-EC4B-4759-B054-32D7327FDF02}"/>
          </ac:spMkLst>
        </pc:spChg>
        <pc:spChg chg="add mod">
          <ac:chgData name="McShane, Ryan" userId="15f1e47e-74da-417d-b29b-d791a6c627ed" providerId="ADAL" clId="{C60FAF3D-BAAD-4E54-B894-2D1F33B2CD7A}" dt="2018-03-27T20:08:04.248" v="1039" actId="1037"/>
          <ac:spMkLst>
            <pc:docMk/>
            <pc:sldMk cId="2369504077" sldId="257"/>
            <ac:spMk id="42" creationId="{6AD2CF1C-354A-469F-92D8-E8CF824466C4}"/>
          </ac:spMkLst>
        </pc:spChg>
        <pc:spChg chg="add mod">
          <ac:chgData name="McShane, Ryan" userId="15f1e47e-74da-417d-b29b-d791a6c627ed" providerId="ADAL" clId="{C60FAF3D-BAAD-4E54-B894-2D1F33B2CD7A}" dt="2018-03-27T20:08:04.248" v="1039" actId="1037"/>
          <ac:spMkLst>
            <pc:docMk/>
            <pc:sldMk cId="2369504077" sldId="257"/>
            <ac:spMk id="43" creationId="{4D1BB027-C171-4E28-8EC7-B9799905DF16}"/>
          </ac:spMkLst>
        </pc:spChg>
        <pc:spChg chg="add mod">
          <ac:chgData name="McShane, Ryan" userId="15f1e47e-74da-417d-b29b-d791a6c627ed" providerId="ADAL" clId="{C60FAF3D-BAAD-4E54-B894-2D1F33B2CD7A}" dt="2018-03-27T20:08:04.248" v="1039" actId="1037"/>
          <ac:spMkLst>
            <pc:docMk/>
            <pc:sldMk cId="2369504077" sldId="257"/>
            <ac:spMk id="44" creationId="{09B6F407-E4C1-4229-8851-731E51C87EC7}"/>
          </ac:spMkLst>
        </pc:spChg>
        <pc:spChg chg="add mod">
          <ac:chgData name="McShane, Ryan" userId="15f1e47e-74da-417d-b29b-d791a6c627ed" providerId="ADAL" clId="{C60FAF3D-BAAD-4E54-B894-2D1F33B2CD7A}" dt="2018-03-27T20:08:04.248" v="1039" actId="1037"/>
          <ac:spMkLst>
            <pc:docMk/>
            <pc:sldMk cId="2369504077" sldId="257"/>
            <ac:spMk id="45" creationId="{FE0EFE66-373B-4D09-B36D-1A0AA6E26DC4}"/>
          </ac:spMkLst>
        </pc:spChg>
        <pc:spChg chg="add mod">
          <ac:chgData name="McShane, Ryan" userId="15f1e47e-74da-417d-b29b-d791a6c627ed" providerId="ADAL" clId="{C60FAF3D-BAAD-4E54-B894-2D1F33B2CD7A}" dt="2018-03-27T20:08:04.248" v="1039" actId="1037"/>
          <ac:spMkLst>
            <pc:docMk/>
            <pc:sldMk cId="2369504077" sldId="257"/>
            <ac:spMk id="46" creationId="{03325FDF-F7E9-44FD-A9C7-51D858DD9EFF}"/>
          </ac:spMkLst>
        </pc:spChg>
        <pc:spChg chg="add del">
          <ac:chgData name="McShane, Ryan" userId="15f1e47e-74da-417d-b29b-d791a6c627ed" providerId="ADAL" clId="{C60FAF3D-BAAD-4E54-B894-2D1F33B2CD7A}" dt="2018-03-23T21:55:34.431" v="608" actId="478"/>
          <ac:spMkLst>
            <pc:docMk/>
            <pc:sldMk cId="2369504077" sldId="257"/>
            <ac:spMk id="47" creationId="{27AE446E-0DA6-4F00-AB7F-7064B4CCD920}"/>
          </ac:spMkLst>
        </pc:spChg>
        <pc:spChg chg="add del mod">
          <ac:chgData name="McShane, Ryan" userId="15f1e47e-74da-417d-b29b-d791a6c627ed" providerId="ADAL" clId="{C60FAF3D-BAAD-4E54-B894-2D1F33B2CD7A}" dt="2018-03-23T21:56:40.898" v="625" actId="478"/>
          <ac:spMkLst>
            <pc:docMk/>
            <pc:sldMk cId="2369504077" sldId="257"/>
            <ac:spMk id="48" creationId="{1C7B4203-0659-40FE-B3CA-E5AA891E9AA1}"/>
          </ac:spMkLst>
        </pc:spChg>
        <pc:spChg chg="add mod">
          <ac:chgData name="McShane, Ryan" userId="15f1e47e-74da-417d-b29b-d791a6c627ed" providerId="ADAL" clId="{C60FAF3D-BAAD-4E54-B894-2D1F33B2CD7A}" dt="2018-03-27T20:10:32.373" v="1046" actId="20577"/>
          <ac:spMkLst>
            <pc:docMk/>
            <pc:sldMk cId="2369504077" sldId="257"/>
            <ac:spMk id="55" creationId="{06FB3C49-47FB-404D-ABE0-31D13AC9959D}"/>
          </ac:spMkLst>
        </pc:spChg>
        <pc:grpChg chg="add del mod">
          <ac:chgData name="McShane, Ryan" userId="15f1e47e-74da-417d-b29b-d791a6c627ed" providerId="ADAL" clId="{C60FAF3D-BAAD-4E54-B894-2D1F33B2CD7A}" dt="2018-03-23T20:39:05.735" v="211" actId="165"/>
          <ac:grpSpMkLst>
            <pc:docMk/>
            <pc:sldMk cId="2369504077" sldId="257"/>
            <ac:grpSpMk id="2" creationId="{2D4D08F4-7EC2-4A0F-9DFD-FCA97E220139}"/>
          </ac:grpSpMkLst>
        </pc:grpChg>
        <pc:picChg chg="add mod topLvl">
          <ac:chgData name="McShane, Ryan" userId="15f1e47e-74da-417d-b29b-d791a6c627ed" providerId="ADAL" clId="{C60FAF3D-BAAD-4E54-B894-2D1F33B2CD7A}" dt="2018-03-27T20:08:04.248" v="1039" actId="1037"/>
          <ac:picMkLst>
            <pc:docMk/>
            <pc:sldMk cId="2369504077" sldId="257"/>
            <ac:picMk id="3" creationId="{C2418113-FFB1-43BC-A82B-A499D5C71474}"/>
          </ac:picMkLst>
        </pc:picChg>
        <pc:picChg chg="add mod topLvl">
          <ac:chgData name="McShane, Ryan" userId="15f1e47e-74da-417d-b29b-d791a6c627ed" providerId="ADAL" clId="{C60FAF3D-BAAD-4E54-B894-2D1F33B2CD7A}" dt="2018-03-27T20:08:04.248" v="1039" actId="1037"/>
          <ac:picMkLst>
            <pc:docMk/>
            <pc:sldMk cId="2369504077" sldId="257"/>
            <ac:picMk id="4" creationId="{1CEC6989-660C-4659-BCD9-0FC16EE2EA57}"/>
          </ac:picMkLst>
        </pc:picChg>
        <pc:picChg chg="add mod topLvl">
          <ac:chgData name="McShane, Ryan" userId="15f1e47e-74da-417d-b29b-d791a6c627ed" providerId="ADAL" clId="{C60FAF3D-BAAD-4E54-B894-2D1F33B2CD7A}" dt="2018-03-27T20:08:04.248" v="1039" actId="1037"/>
          <ac:picMkLst>
            <pc:docMk/>
            <pc:sldMk cId="2369504077" sldId="257"/>
            <ac:picMk id="5" creationId="{621B9FF9-60D2-4FD7-BE4C-C6453C731575}"/>
          </ac:picMkLst>
        </pc:picChg>
        <pc:picChg chg="add mod">
          <ac:chgData name="McShane, Ryan" userId="15f1e47e-74da-417d-b29b-d791a6c627ed" providerId="ADAL" clId="{C60FAF3D-BAAD-4E54-B894-2D1F33B2CD7A}" dt="2018-03-27T20:08:04.248" v="1039" actId="1037"/>
          <ac:picMkLst>
            <pc:docMk/>
            <pc:sldMk cId="2369504077" sldId="257"/>
            <ac:picMk id="19" creationId="{404AE297-E2BB-49AE-831B-0997D09BBEC3}"/>
          </ac:picMkLst>
        </pc:picChg>
        <pc:picChg chg="add mod">
          <ac:chgData name="McShane, Ryan" userId="15f1e47e-74da-417d-b29b-d791a6c627ed" providerId="ADAL" clId="{C60FAF3D-BAAD-4E54-B894-2D1F33B2CD7A}" dt="2018-03-27T20:08:04.248" v="1039" actId="1037"/>
          <ac:picMkLst>
            <pc:docMk/>
            <pc:sldMk cId="2369504077" sldId="257"/>
            <ac:picMk id="28" creationId="{4627C124-3760-4022-A950-CA7D5F073D8C}"/>
          </ac:picMkLst>
        </pc:picChg>
        <pc:picChg chg="add mod">
          <ac:chgData name="McShane, Ryan" userId="15f1e47e-74da-417d-b29b-d791a6c627ed" providerId="ADAL" clId="{C60FAF3D-BAAD-4E54-B894-2D1F33B2CD7A}" dt="2018-03-27T20:08:04.248" v="1039" actId="1037"/>
          <ac:picMkLst>
            <pc:docMk/>
            <pc:sldMk cId="2369504077" sldId="257"/>
            <ac:picMk id="29" creationId="{C74FA7ED-6DDF-499A-A14A-00A76E2C3EF7}"/>
          </ac:picMkLst>
        </pc:picChg>
        <pc:picChg chg="add mod">
          <ac:chgData name="McShane, Ryan" userId="15f1e47e-74da-417d-b29b-d791a6c627ed" providerId="ADAL" clId="{C60FAF3D-BAAD-4E54-B894-2D1F33B2CD7A}" dt="2018-03-27T20:08:04.248" v="1039" actId="1037"/>
          <ac:picMkLst>
            <pc:docMk/>
            <pc:sldMk cId="2369504077" sldId="257"/>
            <ac:picMk id="30" creationId="{9046C930-C3B4-4B78-8C8C-E5B1EB4DCE02}"/>
          </ac:picMkLst>
        </pc:picChg>
        <pc:picChg chg="add mod">
          <ac:chgData name="McShane, Ryan" userId="15f1e47e-74da-417d-b29b-d791a6c627ed" providerId="ADAL" clId="{C60FAF3D-BAAD-4E54-B894-2D1F33B2CD7A}" dt="2018-03-27T20:08:04.248" v="1039" actId="1037"/>
          <ac:picMkLst>
            <pc:docMk/>
            <pc:sldMk cId="2369504077" sldId="257"/>
            <ac:picMk id="33" creationId="{9BCCF42F-F8C3-4486-9528-9EE7971D1CAE}"/>
          </ac:picMkLst>
        </pc:picChg>
        <pc:cxnChg chg="add del mod topLvl">
          <ac:chgData name="McShane, Ryan" userId="15f1e47e-74da-417d-b29b-d791a6c627ed" providerId="ADAL" clId="{C60FAF3D-BAAD-4E54-B894-2D1F33B2CD7A}" dt="2018-03-23T21:04:02.343" v="237" actId="478"/>
          <ac:cxnSpMkLst>
            <pc:docMk/>
            <pc:sldMk cId="2369504077" sldId="257"/>
            <ac:cxnSpMk id="6" creationId="{DF45A133-AB05-4C00-91A8-E26D7CB1025E}"/>
          </ac:cxnSpMkLst>
        </pc:cxnChg>
        <pc:cxnChg chg="add del mod topLvl">
          <ac:chgData name="McShane, Ryan" userId="15f1e47e-74da-417d-b29b-d791a6c627ed" providerId="ADAL" clId="{C60FAF3D-BAAD-4E54-B894-2D1F33B2CD7A}" dt="2018-03-23T21:04:11.673" v="240" actId="478"/>
          <ac:cxnSpMkLst>
            <pc:docMk/>
            <pc:sldMk cId="2369504077" sldId="257"/>
            <ac:cxnSpMk id="7" creationId="{7B7D011E-4F23-4DE1-98E7-F57F2994CD49}"/>
          </ac:cxnSpMkLst>
        </pc:cxnChg>
        <pc:cxnChg chg="add mod topLvl">
          <ac:chgData name="McShane, Ryan" userId="15f1e47e-74da-417d-b29b-d791a6c627ed" providerId="ADAL" clId="{C60FAF3D-BAAD-4E54-B894-2D1F33B2CD7A}" dt="2018-03-27T20:08:04.248" v="1039" actId="1037"/>
          <ac:cxnSpMkLst>
            <pc:docMk/>
            <pc:sldMk cId="2369504077" sldId="257"/>
            <ac:cxnSpMk id="8" creationId="{7C330AD5-69A2-42D4-BAA7-C7C3FA532795}"/>
          </ac:cxnSpMkLst>
        </pc:cxnChg>
        <pc:cxnChg chg="add mod">
          <ac:chgData name="McShane, Ryan" userId="15f1e47e-74da-417d-b29b-d791a6c627ed" providerId="ADAL" clId="{C60FAF3D-BAAD-4E54-B894-2D1F33B2CD7A}" dt="2018-03-27T20:08:04.248" v="1039" actId="1037"/>
          <ac:cxnSpMkLst>
            <pc:docMk/>
            <pc:sldMk cId="2369504077" sldId="257"/>
            <ac:cxnSpMk id="24" creationId="{0047939A-1959-4B75-988E-A672F7BFA966}"/>
          </ac:cxnSpMkLst>
        </pc:cxnChg>
        <pc:cxnChg chg="add mod">
          <ac:chgData name="McShane, Ryan" userId="15f1e47e-74da-417d-b29b-d791a6c627ed" providerId="ADAL" clId="{C60FAF3D-BAAD-4E54-B894-2D1F33B2CD7A}" dt="2018-03-27T20:08:04.248" v="1039" actId="1037"/>
          <ac:cxnSpMkLst>
            <pc:docMk/>
            <pc:sldMk cId="2369504077" sldId="257"/>
            <ac:cxnSpMk id="25" creationId="{7C4F605C-5E7E-4D7B-B455-BAB85CBBADA4}"/>
          </ac:cxnSpMkLst>
        </pc:cxnChg>
        <pc:cxnChg chg="add mod">
          <ac:chgData name="McShane, Ryan" userId="15f1e47e-74da-417d-b29b-d791a6c627ed" providerId="ADAL" clId="{C60FAF3D-BAAD-4E54-B894-2D1F33B2CD7A}" dt="2018-03-27T20:08:04.248" v="1039" actId="1037"/>
          <ac:cxnSpMkLst>
            <pc:docMk/>
            <pc:sldMk cId="2369504077" sldId="257"/>
            <ac:cxnSpMk id="31" creationId="{700687E7-15E8-4102-B341-47FDDB238A7A}"/>
          </ac:cxnSpMkLst>
        </pc:cxnChg>
        <pc:cxnChg chg="add mod">
          <ac:chgData name="McShane, Ryan" userId="15f1e47e-74da-417d-b29b-d791a6c627ed" providerId="ADAL" clId="{C60FAF3D-BAAD-4E54-B894-2D1F33B2CD7A}" dt="2018-03-27T20:08:04.248" v="1039" actId="1037"/>
          <ac:cxnSpMkLst>
            <pc:docMk/>
            <pc:sldMk cId="2369504077" sldId="257"/>
            <ac:cxnSpMk id="34" creationId="{A06B5867-E712-4BA3-A4D2-4474E8F8D775}"/>
          </ac:cxnSpMkLst>
        </pc:cxnChg>
        <pc:cxnChg chg="add mod">
          <ac:chgData name="McShane, Ryan" userId="15f1e47e-74da-417d-b29b-d791a6c627ed" providerId="ADAL" clId="{C60FAF3D-BAAD-4E54-B894-2D1F33B2CD7A}" dt="2018-03-27T20:08:04.248" v="1039" actId="1037"/>
          <ac:cxnSpMkLst>
            <pc:docMk/>
            <pc:sldMk cId="2369504077" sldId="257"/>
            <ac:cxnSpMk id="35" creationId="{9215F256-13F8-4786-92C2-32AD815289D4}"/>
          </ac:cxnSpMkLst>
        </pc:cxnChg>
        <pc:cxnChg chg="add del mod">
          <ac:chgData name="McShane, Ryan" userId="15f1e47e-74da-417d-b29b-d791a6c627ed" providerId="ADAL" clId="{C60FAF3D-BAAD-4E54-B894-2D1F33B2CD7A}" dt="2018-03-23T21:33:02.563" v="453" actId="478"/>
          <ac:cxnSpMkLst>
            <pc:docMk/>
            <pc:sldMk cId="2369504077" sldId="257"/>
            <ac:cxnSpMk id="39" creationId="{690E25E2-8815-4194-95A3-AF9299D72741}"/>
          </ac:cxnSpMkLst>
        </pc:cxnChg>
      </pc:sldChg>
      <pc:sldChg chg="addSp delSp modSp add del">
        <pc:chgData name="McShane, Ryan" userId="15f1e47e-74da-417d-b29b-d791a6c627ed" providerId="ADAL" clId="{C60FAF3D-BAAD-4E54-B894-2D1F33B2CD7A}" dt="2018-03-26T22:51:23.251" v="859" actId="2696"/>
        <pc:sldMkLst>
          <pc:docMk/>
          <pc:sldMk cId="1816558482" sldId="258"/>
        </pc:sldMkLst>
        <pc:spChg chg="add mod">
          <ac:chgData name="McShane, Ryan" userId="15f1e47e-74da-417d-b29b-d791a6c627ed" providerId="ADAL" clId="{C60FAF3D-BAAD-4E54-B894-2D1F33B2CD7A}" dt="2018-03-26T22:44:57.234" v="857" actId="164"/>
          <ac:spMkLst>
            <pc:docMk/>
            <pc:sldMk cId="1816558482" sldId="258"/>
            <ac:spMk id="6" creationId="{502DBD0F-49DE-4938-AA53-3FBB81A298AA}"/>
          </ac:spMkLst>
        </pc:spChg>
        <pc:spChg chg="add mod">
          <ac:chgData name="McShane, Ryan" userId="15f1e47e-74da-417d-b29b-d791a6c627ed" providerId="ADAL" clId="{C60FAF3D-BAAD-4E54-B894-2D1F33B2CD7A}" dt="2018-03-26T22:44:57.234" v="857" actId="164"/>
          <ac:spMkLst>
            <pc:docMk/>
            <pc:sldMk cId="1816558482" sldId="258"/>
            <ac:spMk id="7" creationId="{B280A2F9-BDF9-4015-8FEA-EAB50C79A930}"/>
          </ac:spMkLst>
        </pc:spChg>
        <pc:spChg chg="add mod">
          <ac:chgData name="McShane, Ryan" userId="15f1e47e-74da-417d-b29b-d791a6c627ed" providerId="ADAL" clId="{C60FAF3D-BAAD-4E54-B894-2D1F33B2CD7A}" dt="2018-03-26T22:44:57.234" v="857" actId="164"/>
          <ac:spMkLst>
            <pc:docMk/>
            <pc:sldMk cId="1816558482" sldId="258"/>
            <ac:spMk id="8" creationId="{1AE86F85-5515-43B8-BA83-97E42816D36C}"/>
          </ac:spMkLst>
        </pc:spChg>
        <pc:grpChg chg="add del mod">
          <ac:chgData name="McShane, Ryan" userId="15f1e47e-74da-417d-b29b-d791a6c627ed" providerId="ADAL" clId="{C60FAF3D-BAAD-4E54-B894-2D1F33B2CD7A}" dt="2018-03-26T22:51:21.282" v="858" actId="478"/>
          <ac:grpSpMkLst>
            <pc:docMk/>
            <pc:sldMk cId="1816558482" sldId="258"/>
            <ac:grpSpMk id="9" creationId="{A56C8EEB-3808-45DD-B3F4-B6671FCF7DF2}"/>
          </ac:grpSpMkLst>
        </pc:grpChg>
        <pc:cxnChg chg="add mod">
          <ac:chgData name="McShane, Ryan" userId="15f1e47e-74da-417d-b29b-d791a6c627ed" providerId="ADAL" clId="{C60FAF3D-BAAD-4E54-B894-2D1F33B2CD7A}" dt="2018-03-26T22:44:57.234" v="857" actId="164"/>
          <ac:cxnSpMkLst>
            <pc:docMk/>
            <pc:sldMk cId="1816558482" sldId="258"/>
            <ac:cxnSpMk id="3" creationId="{E5857CCF-2351-48AA-8B92-981D9D6B23C4}"/>
          </ac:cxnSpMkLst>
        </pc:cxnChg>
        <pc:cxnChg chg="add mod">
          <ac:chgData name="McShane, Ryan" userId="15f1e47e-74da-417d-b29b-d791a6c627ed" providerId="ADAL" clId="{C60FAF3D-BAAD-4E54-B894-2D1F33B2CD7A}" dt="2018-03-26T22:44:57.234" v="857" actId="164"/>
          <ac:cxnSpMkLst>
            <pc:docMk/>
            <pc:sldMk cId="1816558482" sldId="258"/>
            <ac:cxnSpMk id="4" creationId="{E07C8473-8D1C-476D-B9D9-16C41B212A32}"/>
          </ac:cxnSpMkLst>
        </pc:cxnChg>
        <pc:cxnChg chg="add mod">
          <ac:chgData name="McShane, Ryan" userId="15f1e47e-74da-417d-b29b-d791a6c627ed" providerId="ADAL" clId="{C60FAF3D-BAAD-4E54-B894-2D1F33B2CD7A}" dt="2018-03-26T22:44:57.234" v="857" actId="164"/>
          <ac:cxnSpMkLst>
            <pc:docMk/>
            <pc:sldMk cId="1816558482" sldId="258"/>
            <ac:cxnSpMk id="5" creationId="{E8E0E095-74FF-4BCD-B5BC-73ADFBF564A9}"/>
          </ac:cxnSpMkLst>
        </pc:cxnChg>
      </pc:sldChg>
      <pc:sldMasterChg chg="modSp modSldLayout">
        <pc:chgData name="McShane, Ryan" userId="15f1e47e-74da-417d-b29b-d791a6c627ed" providerId="ADAL" clId="{C60FAF3D-BAAD-4E54-B894-2D1F33B2CD7A}" dt="2018-03-23T20:58:50.300" v="212"/>
        <pc:sldMasterMkLst>
          <pc:docMk/>
          <pc:sldMasterMk cId="0" sldId="2147483650"/>
        </pc:sldMasterMkLst>
        <pc:spChg chg="mod">
          <ac:chgData name="McShane, Ryan" userId="15f1e47e-74da-417d-b29b-d791a6c627ed" providerId="ADAL" clId="{C60FAF3D-BAAD-4E54-B894-2D1F33B2CD7A}" dt="2018-03-23T20:58:50.300" v="212"/>
          <ac:spMkLst>
            <pc:docMk/>
            <pc:sldMasterMk cId="0" sldId="2147483650"/>
            <ac:spMk id="7"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9"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10"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16"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21"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41"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45"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49"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51"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53"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60" creationId="{00000000-0000-0000-0000-000000000000}"/>
          </ac:spMkLst>
        </pc:spChg>
        <pc:spChg chg="mod">
          <ac:chgData name="McShane, Ryan" userId="15f1e47e-74da-417d-b29b-d791a6c627ed" providerId="ADAL" clId="{C60FAF3D-BAAD-4E54-B894-2D1F33B2CD7A}" dt="2018-03-23T20:58:50.300" v="212"/>
          <ac:spMkLst>
            <pc:docMk/>
            <pc:sldMasterMk cId="0" sldId="2147483650"/>
            <ac:spMk id="63" creationId="{00000000-0000-0000-0000-000000000000}"/>
          </ac:spMkLst>
        </pc:spChg>
        <pc:grpChg chg="mod">
          <ac:chgData name="McShane, Ryan" userId="15f1e47e-74da-417d-b29b-d791a6c627ed" providerId="ADAL" clId="{C60FAF3D-BAAD-4E54-B894-2D1F33B2CD7A}" dt="2018-03-23T20:58:50.300" v="212"/>
          <ac:grpSpMkLst>
            <pc:docMk/>
            <pc:sldMasterMk cId="0" sldId="2147483650"/>
            <ac:grpSpMk id="2" creationId="{00000000-0000-0000-0000-000000000000}"/>
          </ac:grpSpMkLst>
        </pc:grpChg>
        <pc:grpChg chg="mod">
          <ac:chgData name="McShane, Ryan" userId="15f1e47e-74da-417d-b29b-d791a6c627ed" providerId="ADAL" clId="{C60FAF3D-BAAD-4E54-B894-2D1F33B2CD7A}" dt="2018-03-23T20:58:50.300" v="212"/>
          <ac:grpSpMkLst>
            <pc:docMk/>
            <pc:sldMasterMk cId="0" sldId="2147483650"/>
            <ac:grpSpMk id="3" creationId="{00000000-0000-0000-0000-000000000000}"/>
          </ac:grpSpMkLst>
        </pc:grpChg>
        <pc:grpChg chg="mod">
          <ac:chgData name="McShane, Ryan" userId="15f1e47e-74da-417d-b29b-d791a6c627ed" providerId="ADAL" clId="{C60FAF3D-BAAD-4E54-B894-2D1F33B2CD7A}" dt="2018-03-23T20:58:50.300" v="212"/>
          <ac:grpSpMkLst>
            <pc:docMk/>
            <pc:sldMasterMk cId="0" sldId="2147483650"/>
            <ac:grpSpMk id="32" creationId="{00000000-0000-0000-0000-000000000000}"/>
          </ac:grpSpMkLst>
        </pc:grpChg>
        <pc:grpChg chg="mod">
          <ac:chgData name="McShane, Ryan" userId="15f1e47e-74da-417d-b29b-d791a6c627ed" providerId="ADAL" clId="{C60FAF3D-BAAD-4E54-B894-2D1F33B2CD7A}" dt="2018-03-23T20:58:50.300" v="212"/>
          <ac:grpSpMkLst>
            <pc:docMk/>
            <pc:sldMasterMk cId="0" sldId="2147483650"/>
            <ac:grpSpMk id="37" creationId="{00000000-0000-0000-0000-000000000000}"/>
          </ac:grpSpMkLst>
        </pc:grpChg>
        <pc:grpChg chg="mod">
          <ac:chgData name="McShane, Ryan" userId="15f1e47e-74da-417d-b29b-d791a6c627ed" providerId="ADAL" clId="{C60FAF3D-BAAD-4E54-B894-2D1F33B2CD7A}" dt="2018-03-23T20:58:50.300" v="212"/>
          <ac:grpSpMkLst>
            <pc:docMk/>
            <pc:sldMasterMk cId="0" sldId="2147483650"/>
            <ac:grpSpMk id="46" creationId="{00000000-0000-0000-0000-000000000000}"/>
          </ac:grpSpMkLst>
        </pc:grpChg>
        <pc:grpChg chg="mod">
          <ac:chgData name="McShane, Ryan" userId="15f1e47e-74da-417d-b29b-d791a6c627ed" providerId="ADAL" clId="{C60FAF3D-BAAD-4E54-B894-2D1F33B2CD7A}" dt="2018-03-23T20:58:50.300" v="212"/>
          <ac:grpSpMkLst>
            <pc:docMk/>
            <pc:sldMasterMk cId="0" sldId="2147483650"/>
            <ac:grpSpMk id="47" creationId="{00000000-0000-0000-0000-000000000000}"/>
          </ac:grpSpMkLst>
        </pc:grpChg>
        <pc:grpChg chg="mod">
          <ac:chgData name="McShane, Ryan" userId="15f1e47e-74da-417d-b29b-d791a6c627ed" providerId="ADAL" clId="{C60FAF3D-BAAD-4E54-B894-2D1F33B2CD7A}" dt="2018-03-23T20:58:50.300" v="212"/>
          <ac:grpSpMkLst>
            <pc:docMk/>
            <pc:sldMasterMk cId="0" sldId="2147483650"/>
            <ac:grpSpMk id="59" creationId="{00000000-0000-0000-0000-000000000000}"/>
          </ac:grpSpMkLst>
        </pc:grpChg>
        <pc:sldLayoutChg chg="modSp">
          <pc:chgData name="McShane, Ryan" userId="15f1e47e-74da-417d-b29b-d791a6c627ed" providerId="ADAL" clId="{C60FAF3D-BAAD-4E54-B894-2D1F33B2CD7A}" dt="2018-03-23T20:58:50.300" v="212"/>
          <pc:sldLayoutMkLst>
            <pc:docMk/>
            <pc:sldMasterMk cId="0" sldId="2147483650"/>
            <pc:sldLayoutMk cId="0" sldId="2147483659"/>
          </pc:sldLayoutMkLst>
          <pc:spChg chg="mod">
            <ac:chgData name="McShane, Ryan" userId="15f1e47e-74da-417d-b29b-d791a6c627ed" providerId="ADAL" clId="{C60FAF3D-BAAD-4E54-B894-2D1F33B2CD7A}" dt="2018-03-23T20:58:50.300" v="212"/>
            <ac:spMkLst>
              <pc:docMk/>
              <pc:sldMasterMk cId="0" sldId="2147483650"/>
              <pc:sldLayoutMk cId="0" sldId="2147483659"/>
              <ac:spMk id="4"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6"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20"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25"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26"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27"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28"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29"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30"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60"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81"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82" creationId="{00000000-0000-0000-0000-000000000000}"/>
            </ac:spMkLst>
          </pc:spChg>
          <pc:spChg chg="mod">
            <ac:chgData name="McShane, Ryan" userId="15f1e47e-74da-417d-b29b-d791a6c627ed" providerId="ADAL" clId="{C60FAF3D-BAAD-4E54-B894-2D1F33B2CD7A}" dt="2018-03-23T20:58:50.300" v="212"/>
            <ac:spMkLst>
              <pc:docMk/>
              <pc:sldMasterMk cId="0" sldId="2147483650"/>
              <pc:sldLayoutMk cId="0" sldId="2147483659"/>
              <ac:spMk id="88" creationId="{00000000-0000-0000-0000-000000000000}"/>
            </ac:spMkLst>
          </pc:spChg>
        </pc:sldLayoutChg>
      </pc:sldMasterChg>
      <pc:sldMasterChg chg="delSp modSp modSldLayout">
        <pc:chgData name="McShane, Ryan" userId="15f1e47e-74da-417d-b29b-d791a6c627ed" providerId="ADAL" clId="{C60FAF3D-BAAD-4E54-B894-2D1F33B2CD7A}" dt="2018-03-23T20:58:50.300" v="212"/>
        <pc:sldMasterMkLst>
          <pc:docMk/>
          <pc:sldMasterMk cId="0" sldId="2147483653"/>
        </pc:sldMasterMkLst>
        <pc:spChg chg="mod">
          <ac:chgData name="McShane, Ryan" userId="15f1e47e-74da-417d-b29b-d791a6c627ed" providerId="ADAL" clId="{C60FAF3D-BAAD-4E54-B894-2D1F33B2CD7A}" dt="2018-03-23T20:58:50.300" v="212"/>
          <ac:spMkLst>
            <pc:docMk/>
            <pc:sldMasterMk cId="0" sldId="2147483653"/>
            <ac:spMk id="7" creationId="{00000000-0000-0000-0000-000000000000}"/>
          </ac:spMkLst>
        </pc:spChg>
        <pc:spChg chg="mod">
          <ac:chgData name="McShane, Ryan" userId="15f1e47e-74da-417d-b29b-d791a6c627ed" providerId="ADAL" clId="{C60FAF3D-BAAD-4E54-B894-2D1F33B2CD7A}" dt="2018-03-23T20:58:50.300" v="212"/>
          <ac:spMkLst>
            <pc:docMk/>
            <pc:sldMasterMk cId="0" sldId="2147483653"/>
            <ac:spMk id="8" creationId="{00000000-0000-0000-0000-000000000000}"/>
          </ac:spMkLst>
        </pc:spChg>
        <pc:spChg chg="mod">
          <ac:chgData name="McShane, Ryan" userId="15f1e47e-74da-417d-b29b-d791a6c627ed" providerId="ADAL" clId="{C60FAF3D-BAAD-4E54-B894-2D1F33B2CD7A}" dt="2018-03-23T20:58:50.300" v="212"/>
          <ac:spMkLst>
            <pc:docMk/>
            <pc:sldMasterMk cId="0" sldId="2147483653"/>
            <ac:spMk id="9" creationId="{00000000-0000-0000-0000-000000000000}"/>
          </ac:spMkLst>
        </pc:spChg>
        <pc:spChg chg="mod">
          <ac:chgData name="McShane, Ryan" userId="15f1e47e-74da-417d-b29b-d791a6c627ed" providerId="ADAL" clId="{C60FAF3D-BAAD-4E54-B894-2D1F33B2CD7A}" dt="2018-03-23T20:58:50.300" v="212"/>
          <ac:spMkLst>
            <pc:docMk/>
            <pc:sldMasterMk cId="0" sldId="2147483653"/>
            <ac:spMk id="10" creationId="{00000000-0000-0000-0000-000000000000}"/>
          </ac:spMkLst>
        </pc:spChg>
        <pc:grpChg chg="del">
          <ac:chgData name="McShane, Ryan" userId="15f1e47e-74da-417d-b29b-d791a6c627ed" providerId="ADAL" clId="{C60FAF3D-BAAD-4E54-B894-2D1F33B2CD7A}" dt="2018-03-23T19:56:22.112" v="31" actId="478"/>
          <ac:grpSpMkLst>
            <pc:docMk/>
            <pc:sldMasterMk cId="0" sldId="2147483653"/>
            <ac:grpSpMk id="35" creationId="{00000000-0000-0000-0000-000000000000}"/>
          </ac:grpSpMkLst>
        </pc:grpChg>
        <pc:grpChg chg="del">
          <ac:chgData name="McShane, Ryan" userId="15f1e47e-74da-417d-b29b-d791a6c627ed" providerId="ADAL" clId="{C60FAF3D-BAAD-4E54-B894-2D1F33B2CD7A}" dt="2018-03-23T19:56:24.535" v="32" actId="478"/>
          <ac:grpSpMkLst>
            <pc:docMk/>
            <pc:sldMasterMk cId="0" sldId="2147483653"/>
            <ac:grpSpMk id="78" creationId="{00000000-0000-0000-0000-000000000000}"/>
          </ac:grpSpMkLst>
        </pc:grpChg>
        <pc:sldLayoutChg chg="modSp">
          <pc:chgData name="McShane, Ryan" userId="15f1e47e-74da-417d-b29b-d791a6c627ed" providerId="ADAL" clId="{C60FAF3D-BAAD-4E54-B894-2D1F33B2CD7A}" dt="2018-03-23T20:58:50.300" v="212"/>
          <pc:sldLayoutMkLst>
            <pc:docMk/>
            <pc:sldMasterMk cId="0" sldId="2147483653"/>
            <pc:sldLayoutMk cId="0" sldId="2147483654"/>
          </pc:sldLayoutMkLst>
          <pc:spChg chg="mod">
            <ac:chgData name="McShane, Ryan" userId="15f1e47e-74da-417d-b29b-d791a6c627ed" providerId="ADAL" clId="{C60FAF3D-BAAD-4E54-B894-2D1F33B2CD7A}" dt="2018-03-23T20:58:50.300" v="212"/>
            <ac:spMkLst>
              <pc:docMk/>
              <pc:sldMasterMk cId="0" sldId="2147483653"/>
              <pc:sldLayoutMk cId="0" sldId="2147483654"/>
              <ac:spMk id="4"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6"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19"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0"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1"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2"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3"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4"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5"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6"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7"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8"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29"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30"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90"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91" creationId="{00000000-0000-0000-0000-000000000000}"/>
            </ac:spMkLst>
          </pc:spChg>
          <pc:spChg chg="mod">
            <ac:chgData name="McShane, Ryan" userId="15f1e47e-74da-417d-b29b-d791a6c627ed" providerId="ADAL" clId="{C60FAF3D-BAAD-4E54-B894-2D1F33B2CD7A}" dt="2018-03-23T20:58:50.300" v="212"/>
            <ac:spMkLst>
              <pc:docMk/>
              <pc:sldMasterMk cId="0" sldId="2147483653"/>
              <pc:sldLayoutMk cId="0" sldId="2147483654"/>
              <ac:spMk id="92" creationId="{00000000-0000-0000-0000-000000000000}"/>
            </ac:spMkLst>
          </pc:spChg>
        </pc:sldLayoutChg>
      </pc:sldMasterChg>
      <pc:sldMasterChg chg="modSp delSldLayout modSldLayout">
        <pc:chgData name="McShane, Ryan" userId="15f1e47e-74da-417d-b29b-d791a6c627ed" providerId="ADAL" clId="{C60FAF3D-BAAD-4E54-B894-2D1F33B2CD7A}" dt="2018-03-23T20:58:50.300" v="212"/>
        <pc:sldMasterMkLst>
          <pc:docMk/>
          <pc:sldMasterMk cId="0" sldId="2147483657"/>
        </pc:sldMasterMkLst>
        <pc:spChg chg="mod">
          <ac:chgData name="McShane, Ryan" userId="15f1e47e-74da-417d-b29b-d791a6c627ed" providerId="ADAL" clId="{C60FAF3D-BAAD-4E54-B894-2D1F33B2CD7A}" dt="2018-03-23T20:58:50.300" v="212"/>
          <ac:spMkLst>
            <pc:docMk/>
            <pc:sldMasterMk cId="0" sldId="2147483657"/>
            <ac:spMk id="7" creationId="{00000000-0000-0000-0000-000000000000}"/>
          </ac:spMkLst>
        </pc:spChg>
        <pc:spChg chg="mod">
          <ac:chgData name="McShane, Ryan" userId="15f1e47e-74da-417d-b29b-d791a6c627ed" providerId="ADAL" clId="{C60FAF3D-BAAD-4E54-B894-2D1F33B2CD7A}" dt="2018-03-23T20:58:50.300" v="212"/>
          <ac:spMkLst>
            <pc:docMk/>
            <pc:sldMasterMk cId="0" sldId="2147483657"/>
            <ac:spMk id="8" creationId="{00000000-0000-0000-0000-000000000000}"/>
          </ac:spMkLst>
        </pc:spChg>
        <pc:spChg chg="mod">
          <ac:chgData name="McShane, Ryan" userId="15f1e47e-74da-417d-b29b-d791a6c627ed" providerId="ADAL" clId="{C60FAF3D-BAAD-4E54-B894-2D1F33B2CD7A}" dt="2018-03-23T20:58:50.300" v="212"/>
          <ac:spMkLst>
            <pc:docMk/>
            <pc:sldMasterMk cId="0" sldId="2147483657"/>
            <ac:spMk id="9" creationId="{00000000-0000-0000-0000-000000000000}"/>
          </ac:spMkLst>
        </pc:spChg>
        <pc:spChg chg="mod">
          <ac:chgData name="McShane, Ryan" userId="15f1e47e-74da-417d-b29b-d791a6c627ed" providerId="ADAL" clId="{C60FAF3D-BAAD-4E54-B894-2D1F33B2CD7A}" dt="2018-03-23T20:58:50.300" v="212"/>
          <ac:spMkLst>
            <pc:docMk/>
            <pc:sldMasterMk cId="0" sldId="2147483657"/>
            <ac:spMk id="27" creationId="{00000000-0000-0000-0000-000000000000}"/>
          </ac:spMkLst>
        </pc:spChg>
        <pc:spChg chg="mod">
          <ac:chgData name="McShane, Ryan" userId="15f1e47e-74da-417d-b29b-d791a6c627ed" providerId="ADAL" clId="{C60FAF3D-BAAD-4E54-B894-2D1F33B2CD7A}" dt="2018-03-23T20:58:50.300" v="212"/>
          <ac:spMkLst>
            <pc:docMk/>
            <pc:sldMasterMk cId="0" sldId="2147483657"/>
            <ac:spMk id="28" creationId="{00000000-0000-0000-0000-000000000000}"/>
          </ac:spMkLst>
        </pc:spChg>
        <pc:sldLayoutChg chg="modSp">
          <pc:chgData name="McShane, Ryan" userId="15f1e47e-74da-417d-b29b-d791a6c627ed" providerId="ADAL" clId="{C60FAF3D-BAAD-4E54-B894-2D1F33B2CD7A}" dt="2018-03-23T20:58:50.300" v="212"/>
          <pc:sldLayoutMkLst>
            <pc:docMk/>
            <pc:sldMasterMk cId="0" sldId="2147483657"/>
            <pc:sldLayoutMk cId="0" sldId="2147483658"/>
          </pc:sldLayoutMkLst>
          <pc:spChg chg="mod">
            <ac:chgData name="McShane, Ryan" userId="15f1e47e-74da-417d-b29b-d791a6c627ed" providerId="ADAL" clId="{C60FAF3D-BAAD-4E54-B894-2D1F33B2CD7A}" dt="2018-03-23T20:58:50.300" v="212"/>
            <ac:spMkLst>
              <pc:docMk/>
              <pc:sldMasterMk cId="0" sldId="2147483657"/>
              <pc:sldLayoutMk cId="0" sldId="2147483658"/>
              <ac:spMk id="4"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6"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19"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0"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1"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2"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3"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4"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5"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6"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7"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8"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29"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30"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77"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78" creationId="{00000000-0000-0000-0000-000000000000}"/>
            </ac:spMkLst>
          </pc:spChg>
          <pc:spChg chg="mod">
            <ac:chgData name="McShane, Ryan" userId="15f1e47e-74da-417d-b29b-d791a6c627ed" providerId="ADAL" clId="{C60FAF3D-BAAD-4E54-B894-2D1F33B2CD7A}" dt="2018-03-23T20:58:50.300" v="212"/>
            <ac:spMkLst>
              <pc:docMk/>
              <pc:sldMasterMk cId="0" sldId="2147483657"/>
              <pc:sldLayoutMk cId="0" sldId="2147483658"/>
              <ac:spMk id="79" creationId="{00000000-0000-0000-0000-000000000000}"/>
            </ac:spMkLst>
          </pc:spChg>
        </pc:sldLayoutChg>
        <pc:sldLayoutChg chg="addSp delSp modSp">
          <pc:chgData name="McShane, Ryan" userId="15f1e47e-74da-417d-b29b-d791a6c627ed" providerId="ADAL" clId="{C60FAF3D-BAAD-4E54-B894-2D1F33B2CD7A}" dt="2018-03-23T20:58:50.300" v="212"/>
          <pc:sldLayoutMkLst>
            <pc:docMk/>
            <pc:sldMasterMk cId="0" sldId="2147483657"/>
            <pc:sldLayoutMk cId="318544887" sldId="2147483660"/>
          </pc:sldLayoutMkLst>
          <pc:spChg chg="del">
            <ac:chgData name="McShane, Ryan" userId="15f1e47e-74da-417d-b29b-d791a6c627ed" providerId="ADAL" clId="{C60FAF3D-BAAD-4E54-B894-2D1F33B2CD7A}" dt="2018-03-23T19:54:14.719" v="26" actId="478"/>
            <ac:spMkLst>
              <pc:docMk/>
              <pc:sldMasterMk cId="0" sldId="2147483657"/>
              <pc:sldLayoutMk cId="318544887" sldId="2147483660"/>
              <ac:spMk id="2" creationId="{DF3AFD25-D1E7-46B0-AEF8-9B1B1F612AE3}"/>
            </ac:spMkLst>
          </pc:spChg>
          <pc:spChg chg="add mod">
            <ac:chgData name="McShane, Ryan" userId="15f1e47e-74da-417d-b29b-d791a6c627ed" providerId="ADAL" clId="{C60FAF3D-BAAD-4E54-B894-2D1F33B2CD7A}" dt="2018-03-23T20:58:50.300" v="212"/>
            <ac:spMkLst>
              <pc:docMk/>
              <pc:sldMasterMk cId="0" sldId="2147483657"/>
              <pc:sldLayoutMk cId="318544887" sldId="2147483660"/>
              <ac:spMk id="3" creationId="{B7269914-62F3-4F42-8645-773E47589D97}"/>
            </ac:spMkLst>
          </pc:spChg>
          <pc:spChg chg="add mod">
            <ac:chgData name="McShane, Ryan" userId="15f1e47e-74da-417d-b29b-d791a6c627ed" providerId="ADAL" clId="{C60FAF3D-BAAD-4E54-B894-2D1F33B2CD7A}" dt="2018-03-23T20:58:50.300" v="212"/>
            <ac:spMkLst>
              <pc:docMk/>
              <pc:sldMasterMk cId="0" sldId="2147483657"/>
              <pc:sldLayoutMk cId="318544887" sldId="2147483660"/>
              <ac:spMk id="4" creationId="{3DC89872-B752-46CA-8C59-8F6B03208DDD}"/>
            </ac:spMkLst>
          </pc:spChg>
          <pc:spChg chg="add mod">
            <ac:chgData name="McShane, Ryan" userId="15f1e47e-74da-417d-b29b-d791a6c627ed" providerId="ADAL" clId="{C60FAF3D-BAAD-4E54-B894-2D1F33B2CD7A}" dt="2018-03-23T20:58:50.300" v="212"/>
            <ac:spMkLst>
              <pc:docMk/>
              <pc:sldMasterMk cId="0" sldId="2147483657"/>
              <pc:sldLayoutMk cId="318544887" sldId="2147483660"/>
              <ac:spMk id="5" creationId="{FD5433D2-2958-469E-B8BB-7DDA276771ED}"/>
            </ac:spMkLst>
          </pc:spChg>
        </pc:sldLayoutChg>
        <pc:sldLayoutChg chg="addSp delSp modSp">
          <pc:chgData name="McShane, Ryan" userId="15f1e47e-74da-417d-b29b-d791a6c627ed" providerId="ADAL" clId="{C60FAF3D-BAAD-4E54-B894-2D1F33B2CD7A}" dt="2018-03-23T20:58:50.300" v="212"/>
          <pc:sldLayoutMkLst>
            <pc:docMk/>
            <pc:sldMasterMk cId="0" sldId="2147483657"/>
            <pc:sldLayoutMk cId="2295571820" sldId="2147483662"/>
          </pc:sldLayoutMkLst>
          <pc:spChg chg="add del mod">
            <ac:chgData name="McShane, Ryan" userId="15f1e47e-74da-417d-b29b-d791a6c627ed" providerId="ADAL" clId="{C60FAF3D-BAAD-4E54-B894-2D1F33B2CD7A}" dt="2018-03-23T20:01:56.893" v="36" actId="478"/>
            <ac:spMkLst>
              <pc:docMk/>
              <pc:sldMasterMk cId="0" sldId="2147483657"/>
              <pc:sldLayoutMk cId="2295571820" sldId="2147483662"/>
              <ac:spMk id="2" creationId="{C06509D6-C61D-4A61-B0D5-2C64B3A01223}"/>
            </ac:spMkLst>
          </pc:spChg>
          <pc:spChg chg="mod">
            <ac:chgData name="McShane, Ryan" userId="15f1e47e-74da-417d-b29b-d791a6c627ed" providerId="ADAL" clId="{C60FAF3D-BAAD-4E54-B894-2D1F33B2CD7A}" dt="2018-03-23T20:58:50.300" v="212"/>
            <ac:spMkLst>
              <pc:docMk/>
              <pc:sldMasterMk cId="0" sldId="2147483657"/>
              <pc:sldLayoutMk cId="2295571820" sldId="2147483662"/>
              <ac:spMk id="3" creationId="{B7269914-62F3-4F42-8645-773E47589D97}"/>
            </ac:spMkLst>
          </pc:spChg>
          <pc:spChg chg="mod">
            <ac:chgData name="McShane, Ryan" userId="15f1e47e-74da-417d-b29b-d791a6c627ed" providerId="ADAL" clId="{C60FAF3D-BAAD-4E54-B894-2D1F33B2CD7A}" dt="2018-03-23T20:58:50.300" v="212"/>
            <ac:spMkLst>
              <pc:docMk/>
              <pc:sldMasterMk cId="0" sldId="2147483657"/>
              <pc:sldLayoutMk cId="2295571820" sldId="2147483662"/>
              <ac:spMk id="4" creationId="{3DC89872-B752-46CA-8C59-8F6B03208DDD}"/>
            </ac:spMkLst>
          </pc:spChg>
          <pc:spChg chg="mod">
            <ac:chgData name="McShane, Ryan" userId="15f1e47e-74da-417d-b29b-d791a6c627ed" providerId="ADAL" clId="{C60FAF3D-BAAD-4E54-B894-2D1F33B2CD7A}" dt="2018-03-23T20:58:50.300" v="212"/>
            <ac:spMkLst>
              <pc:docMk/>
              <pc:sldMasterMk cId="0" sldId="2147483657"/>
              <pc:sldLayoutMk cId="2295571820" sldId="2147483662"/>
              <ac:spMk id="5" creationId="{FD5433D2-2958-469E-B8BB-7DDA276771ED}"/>
            </ac:spMkLst>
          </pc:spChg>
        </pc:sldLayoutChg>
      </pc:sldMasterChg>
      <pc:sldMasterChg chg="addSp delSp modSp delSldLayout modSldLayout">
        <pc:chgData name="McShane, Ryan" userId="15f1e47e-74da-417d-b29b-d791a6c627ed" providerId="ADAL" clId="{C60FAF3D-BAAD-4E54-B894-2D1F33B2CD7A}" dt="2018-03-23T21:00:00.223" v="231" actId="478"/>
        <pc:sldMasterMkLst>
          <pc:docMk/>
          <pc:sldMasterMk cId="2415948502" sldId="2147483663"/>
        </pc:sldMasterMkLst>
        <pc:spChg chg="mod">
          <ac:chgData name="McShane, Ryan" userId="15f1e47e-74da-417d-b29b-d791a6c627ed" providerId="ADAL" clId="{C60FAF3D-BAAD-4E54-B894-2D1F33B2CD7A}" dt="2018-03-23T20:58:50.300" v="212"/>
          <ac:spMkLst>
            <pc:docMk/>
            <pc:sldMasterMk cId="2415948502" sldId="2147483663"/>
            <ac:spMk id="7" creationId="{00000000-0000-0000-0000-000000000000}"/>
          </ac:spMkLst>
        </pc:spChg>
        <pc:spChg chg="mod">
          <ac:chgData name="McShane, Ryan" userId="15f1e47e-74da-417d-b29b-d791a6c627ed" providerId="ADAL" clId="{C60FAF3D-BAAD-4E54-B894-2D1F33B2CD7A}" dt="2018-03-23T20:58:50.300" v="212"/>
          <ac:spMkLst>
            <pc:docMk/>
            <pc:sldMasterMk cId="2415948502" sldId="2147483663"/>
            <ac:spMk id="8" creationId="{00000000-0000-0000-0000-000000000000}"/>
          </ac:spMkLst>
        </pc:spChg>
        <pc:spChg chg="mod">
          <ac:chgData name="McShane, Ryan" userId="15f1e47e-74da-417d-b29b-d791a6c627ed" providerId="ADAL" clId="{C60FAF3D-BAAD-4E54-B894-2D1F33B2CD7A}" dt="2018-03-23T20:58:50.300" v="212"/>
          <ac:spMkLst>
            <pc:docMk/>
            <pc:sldMasterMk cId="2415948502" sldId="2147483663"/>
            <ac:spMk id="9" creationId="{00000000-0000-0000-0000-000000000000}"/>
          </ac:spMkLst>
        </pc:spChg>
        <pc:spChg chg="add del mod">
          <ac:chgData name="McShane, Ryan" userId="15f1e47e-74da-417d-b29b-d791a6c627ed" providerId="ADAL" clId="{C60FAF3D-BAAD-4E54-B894-2D1F33B2CD7A}" dt="2018-03-23T20:59:14.195" v="221" actId="478"/>
          <ac:spMkLst>
            <pc:docMk/>
            <pc:sldMasterMk cId="2415948502" sldId="2147483663"/>
            <ac:spMk id="10" creationId="{74B7701D-F77F-4D72-A02C-BB75FADA5671}"/>
          </ac:spMkLst>
        </pc:spChg>
        <pc:spChg chg="add mod">
          <ac:chgData name="McShane, Ryan" userId="15f1e47e-74da-417d-b29b-d791a6c627ed" providerId="ADAL" clId="{C60FAF3D-BAAD-4E54-B894-2D1F33B2CD7A}" dt="2018-03-23T20:59:39.323" v="228" actId="20577"/>
          <ac:spMkLst>
            <pc:docMk/>
            <pc:sldMasterMk cId="2415948502" sldId="2147483663"/>
            <ac:spMk id="11" creationId="{47756A06-621A-4B6F-9431-E290CB325428}"/>
          </ac:spMkLst>
        </pc:spChg>
        <pc:spChg chg="add mod">
          <ac:chgData name="McShane, Ryan" userId="15f1e47e-74da-417d-b29b-d791a6c627ed" providerId="ADAL" clId="{C60FAF3D-BAAD-4E54-B894-2D1F33B2CD7A}" dt="2018-03-23T20:59:01.076" v="218" actId="27636"/>
          <ac:spMkLst>
            <pc:docMk/>
            <pc:sldMasterMk cId="2415948502" sldId="2147483663"/>
            <ac:spMk id="12" creationId="{344B6CC3-B075-4E63-861F-0E1572480F52}"/>
          </ac:spMkLst>
        </pc:spChg>
        <pc:spChg chg="del">
          <ac:chgData name="McShane, Ryan" userId="15f1e47e-74da-417d-b29b-d791a6c627ed" providerId="ADAL" clId="{C60FAF3D-BAAD-4E54-B894-2D1F33B2CD7A}" dt="2018-03-23T20:02:52.927" v="40" actId="478"/>
          <ac:spMkLst>
            <pc:docMk/>
            <pc:sldMasterMk cId="2415948502" sldId="2147483663"/>
            <ac:spMk id="27" creationId="{00000000-0000-0000-0000-000000000000}"/>
          </ac:spMkLst>
        </pc:spChg>
        <pc:spChg chg="del">
          <ac:chgData name="McShane, Ryan" userId="15f1e47e-74da-417d-b29b-d791a6c627ed" providerId="ADAL" clId="{C60FAF3D-BAAD-4E54-B894-2D1F33B2CD7A}" dt="2018-03-23T20:03:03.022" v="42" actId="478"/>
          <ac:spMkLst>
            <pc:docMk/>
            <pc:sldMasterMk cId="2415948502" sldId="2147483663"/>
            <ac:spMk id="28" creationId="{00000000-0000-0000-0000-000000000000}"/>
          </ac:spMkLst>
        </pc:spChg>
        <pc:sldLayoutChg chg="delSp modSp">
          <pc:chgData name="McShane, Ryan" userId="15f1e47e-74da-417d-b29b-d791a6c627ed" providerId="ADAL" clId="{C60FAF3D-BAAD-4E54-B894-2D1F33B2CD7A}" dt="2018-03-23T21:00:00.223" v="231" actId="478"/>
          <pc:sldLayoutMkLst>
            <pc:docMk/>
            <pc:sldMasterMk cId="2415948502" sldId="2147483663"/>
            <pc:sldLayoutMk cId="3166346877" sldId="2147483666"/>
          </pc:sldLayoutMkLst>
          <pc:spChg chg="del mod">
            <ac:chgData name="McShane, Ryan" userId="15f1e47e-74da-417d-b29b-d791a6c627ed" providerId="ADAL" clId="{C60FAF3D-BAAD-4E54-B894-2D1F33B2CD7A}" dt="2018-03-23T21:00:00.223" v="231" actId="478"/>
            <ac:spMkLst>
              <pc:docMk/>
              <pc:sldMasterMk cId="2415948502" sldId="2147483663"/>
              <pc:sldLayoutMk cId="3166346877" sldId="2147483666"/>
              <ac:spMk id="3" creationId="{B7269914-62F3-4F42-8645-773E47589D97}"/>
            </ac:spMkLst>
          </pc:spChg>
          <pc:spChg chg="del mod">
            <ac:chgData name="McShane, Ryan" userId="15f1e47e-74da-417d-b29b-d791a6c627ed" providerId="ADAL" clId="{C60FAF3D-BAAD-4E54-B894-2D1F33B2CD7A}" dt="2018-03-23T20:59:58.018" v="230" actId="478"/>
            <ac:spMkLst>
              <pc:docMk/>
              <pc:sldMasterMk cId="2415948502" sldId="2147483663"/>
              <pc:sldLayoutMk cId="3166346877" sldId="2147483666"/>
              <ac:spMk id="4" creationId="{3DC89872-B752-46CA-8C59-8F6B03208DDD}"/>
            </ac:spMkLst>
          </pc:spChg>
          <pc:spChg chg="del mod">
            <ac:chgData name="McShane, Ryan" userId="15f1e47e-74da-417d-b29b-d791a6c627ed" providerId="ADAL" clId="{C60FAF3D-BAAD-4E54-B894-2D1F33B2CD7A}" dt="2018-03-23T20:59:55.968" v="229" actId="478"/>
            <ac:spMkLst>
              <pc:docMk/>
              <pc:sldMasterMk cId="2415948502" sldId="2147483663"/>
              <pc:sldLayoutMk cId="3166346877" sldId="2147483666"/>
              <ac:spMk id="5" creationId="{FD5433D2-2958-469E-B8BB-7DDA276771E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3"/>
            <a:ext cx="3169919" cy="480060"/>
          </a:xfrm>
          <a:prstGeom prst="rect">
            <a:avLst/>
          </a:prstGeom>
        </p:spPr>
        <p:txBody>
          <a:bodyPr vert="horz" lIns="95827" tIns="47912" rIns="95827" bIns="47912" rtlCol="0"/>
          <a:lstStyle>
            <a:lvl1pPr algn="l">
              <a:defRPr sz="1300"/>
            </a:lvl1pPr>
          </a:lstStyle>
          <a:p>
            <a:endParaRPr lang="en-US"/>
          </a:p>
        </p:txBody>
      </p:sp>
      <p:sp>
        <p:nvSpPr>
          <p:cNvPr id="3" name="Date Placeholder 2"/>
          <p:cNvSpPr>
            <a:spLocks noGrp="1"/>
          </p:cNvSpPr>
          <p:nvPr>
            <p:ph type="dt" sz="quarter" idx="1"/>
          </p:nvPr>
        </p:nvSpPr>
        <p:spPr>
          <a:xfrm>
            <a:off x="4143590" y="3"/>
            <a:ext cx="3169919" cy="480060"/>
          </a:xfrm>
          <a:prstGeom prst="rect">
            <a:avLst/>
          </a:prstGeom>
        </p:spPr>
        <p:txBody>
          <a:bodyPr vert="horz" lIns="95827" tIns="47912" rIns="95827" bIns="47912" rtlCol="0"/>
          <a:lstStyle>
            <a:lvl1pPr algn="r">
              <a:defRPr sz="1300"/>
            </a:lvl1pPr>
          </a:lstStyle>
          <a:p>
            <a:fld id="{0158C5BC-9A70-462C-B28D-9600239EAC64}" type="datetimeFigureOut">
              <a:rPr lang="en-US" smtClean="0"/>
              <a:pPr/>
              <a:t>8/2/2022</a:t>
            </a:fld>
            <a:endParaRPr lang="en-US"/>
          </a:p>
        </p:txBody>
      </p:sp>
      <p:sp>
        <p:nvSpPr>
          <p:cNvPr id="4" name="Footer Placeholder 3"/>
          <p:cNvSpPr>
            <a:spLocks noGrp="1"/>
          </p:cNvSpPr>
          <p:nvPr>
            <p:ph type="ftr" sz="quarter" idx="2"/>
          </p:nvPr>
        </p:nvSpPr>
        <p:spPr>
          <a:xfrm>
            <a:off x="3" y="9119476"/>
            <a:ext cx="3169919" cy="480060"/>
          </a:xfrm>
          <a:prstGeom prst="rect">
            <a:avLst/>
          </a:prstGeom>
        </p:spPr>
        <p:txBody>
          <a:bodyPr vert="horz" lIns="95827" tIns="47912" rIns="95827" bIns="47912" rtlCol="0" anchor="b"/>
          <a:lstStyle>
            <a:lvl1pPr algn="l">
              <a:defRPr sz="1300"/>
            </a:lvl1pPr>
          </a:lstStyle>
          <a:p>
            <a:endParaRPr lang="en-US"/>
          </a:p>
        </p:txBody>
      </p:sp>
      <p:sp>
        <p:nvSpPr>
          <p:cNvPr id="5" name="Slide Number Placeholder 4"/>
          <p:cNvSpPr>
            <a:spLocks noGrp="1"/>
          </p:cNvSpPr>
          <p:nvPr>
            <p:ph type="sldNum" sz="quarter" idx="3"/>
          </p:nvPr>
        </p:nvSpPr>
        <p:spPr>
          <a:xfrm>
            <a:off x="4143590" y="9119476"/>
            <a:ext cx="3169919" cy="480060"/>
          </a:xfrm>
          <a:prstGeom prst="rect">
            <a:avLst/>
          </a:prstGeom>
        </p:spPr>
        <p:txBody>
          <a:bodyPr vert="horz" lIns="95827" tIns="47912" rIns="95827" bIns="47912"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68654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3"/>
            <a:ext cx="3169919" cy="480060"/>
          </a:xfrm>
          <a:prstGeom prst="rect">
            <a:avLst/>
          </a:prstGeom>
        </p:spPr>
        <p:txBody>
          <a:bodyPr vert="horz" lIns="95827" tIns="47912" rIns="95827" bIns="47912" rtlCol="0"/>
          <a:lstStyle>
            <a:lvl1pPr algn="l">
              <a:defRPr sz="1300"/>
            </a:lvl1pPr>
          </a:lstStyle>
          <a:p>
            <a:endParaRPr lang="en-US" dirty="0"/>
          </a:p>
        </p:txBody>
      </p:sp>
      <p:sp>
        <p:nvSpPr>
          <p:cNvPr id="3" name="Date Placeholder 2"/>
          <p:cNvSpPr>
            <a:spLocks noGrp="1"/>
          </p:cNvSpPr>
          <p:nvPr>
            <p:ph type="dt" idx="1"/>
          </p:nvPr>
        </p:nvSpPr>
        <p:spPr>
          <a:xfrm>
            <a:off x="4143590" y="3"/>
            <a:ext cx="3169919" cy="480060"/>
          </a:xfrm>
          <a:prstGeom prst="rect">
            <a:avLst/>
          </a:prstGeom>
        </p:spPr>
        <p:txBody>
          <a:bodyPr vert="horz" lIns="95827" tIns="47912" rIns="95827" bIns="47912" rtlCol="0"/>
          <a:lstStyle>
            <a:lvl1pPr algn="r">
              <a:defRPr sz="1300"/>
            </a:lvl1pPr>
          </a:lstStyle>
          <a:p>
            <a:fld id="{E6CC2317-6751-4CD4-9995-8782DD78E936}" type="datetimeFigureOut">
              <a:rPr lang="en-US" smtClean="0"/>
              <a:pPr/>
              <a:t>8/2/2022</a:t>
            </a:fld>
            <a:endParaRPr lang="en-US" dirty="0"/>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5827" tIns="47912" rIns="95827" bIns="47912" rtlCol="0" anchor="ctr"/>
          <a:lstStyle/>
          <a:p>
            <a:endParaRPr lang="en-US"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5827" tIns="47912" rIns="95827" bIns="4791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3" y="9119476"/>
            <a:ext cx="3169919" cy="480060"/>
          </a:xfrm>
          <a:prstGeom prst="rect">
            <a:avLst/>
          </a:prstGeom>
        </p:spPr>
        <p:txBody>
          <a:bodyPr vert="horz" lIns="95827" tIns="47912" rIns="95827" bIns="47912"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90" y="9119476"/>
            <a:ext cx="3169919" cy="480060"/>
          </a:xfrm>
          <a:prstGeom prst="rect">
            <a:avLst/>
          </a:prstGeom>
        </p:spPr>
        <p:txBody>
          <a:bodyPr vert="horz" lIns="95827" tIns="47912" rIns="95827" bIns="47912"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1019151339"/>
      </p:ext>
    </p:extLst>
  </p:cSld>
  <p:clrMap bg1="lt1" tx1="dk1" bg2="lt2" tx2="dk2" accent1="accent1" accent2="accent2" accent3="accent3" accent4="accent4" accent5="accent5" accent6="accent6" hlink="hlink" folHlink="folHlink"/>
  <p:notesStyle>
    <a:lvl1pPr marL="0" algn="l" defTabSz="3839826" rtl="0" eaLnBrk="1" latinLnBrk="0" hangingPunct="1">
      <a:defRPr sz="5100" kern="1200">
        <a:solidFill>
          <a:schemeClr val="tx1"/>
        </a:solidFill>
        <a:latin typeface="+mn-lt"/>
        <a:ea typeface="+mn-ea"/>
        <a:cs typeface="+mn-cs"/>
      </a:defRPr>
    </a:lvl1pPr>
    <a:lvl2pPr marL="1919914" algn="l" defTabSz="3839826" rtl="0" eaLnBrk="1" latinLnBrk="0" hangingPunct="1">
      <a:defRPr sz="5100" kern="1200">
        <a:solidFill>
          <a:schemeClr val="tx1"/>
        </a:solidFill>
        <a:latin typeface="+mn-lt"/>
        <a:ea typeface="+mn-ea"/>
        <a:cs typeface="+mn-cs"/>
      </a:defRPr>
    </a:lvl2pPr>
    <a:lvl3pPr marL="3839826" algn="l" defTabSz="3839826" rtl="0" eaLnBrk="1" latinLnBrk="0" hangingPunct="1">
      <a:defRPr sz="5100" kern="1200">
        <a:solidFill>
          <a:schemeClr val="tx1"/>
        </a:solidFill>
        <a:latin typeface="+mn-lt"/>
        <a:ea typeface="+mn-ea"/>
        <a:cs typeface="+mn-cs"/>
      </a:defRPr>
    </a:lvl3pPr>
    <a:lvl4pPr marL="5759739" algn="l" defTabSz="3839826" rtl="0" eaLnBrk="1" latinLnBrk="0" hangingPunct="1">
      <a:defRPr sz="5100" kern="1200">
        <a:solidFill>
          <a:schemeClr val="tx1"/>
        </a:solidFill>
        <a:latin typeface="+mn-lt"/>
        <a:ea typeface="+mn-ea"/>
        <a:cs typeface="+mn-cs"/>
      </a:defRPr>
    </a:lvl4pPr>
    <a:lvl5pPr marL="7679651" algn="l" defTabSz="3839826" rtl="0" eaLnBrk="1" latinLnBrk="0" hangingPunct="1">
      <a:defRPr sz="5100" kern="1200">
        <a:solidFill>
          <a:schemeClr val="tx1"/>
        </a:solidFill>
        <a:latin typeface="+mn-lt"/>
        <a:ea typeface="+mn-ea"/>
        <a:cs typeface="+mn-cs"/>
      </a:defRPr>
    </a:lvl5pPr>
    <a:lvl6pPr marL="9599565" algn="l" defTabSz="3839826" rtl="0" eaLnBrk="1" latinLnBrk="0" hangingPunct="1">
      <a:defRPr sz="5100" kern="1200">
        <a:solidFill>
          <a:schemeClr val="tx1"/>
        </a:solidFill>
        <a:latin typeface="+mn-lt"/>
        <a:ea typeface="+mn-ea"/>
        <a:cs typeface="+mn-cs"/>
      </a:defRPr>
    </a:lvl6pPr>
    <a:lvl7pPr marL="11519479" algn="l" defTabSz="3839826" rtl="0" eaLnBrk="1" latinLnBrk="0" hangingPunct="1">
      <a:defRPr sz="5100" kern="1200">
        <a:solidFill>
          <a:schemeClr val="tx1"/>
        </a:solidFill>
        <a:latin typeface="+mn-lt"/>
        <a:ea typeface="+mn-ea"/>
        <a:cs typeface="+mn-cs"/>
      </a:defRPr>
    </a:lvl7pPr>
    <a:lvl8pPr marL="13439391" algn="l" defTabSz="3839826" rtl="0" eaLnBrk="1" latinLnBrk="0" hangingPunct="1">
      <a:defRPr sz="5100" kern="1200">
        <a:solidFill>
          <a:schemeClr val="tx1"/>
        </a:solidFill>
        <a:latin typeface="+mn-lt"/>
        <a:ea typeface="+mn-ea"/>
        <a:cs typeface="+mn-cs"/>
      </a:defRPr>
    </a:lvl8pPr>
    <a:lvl9pPr marL="15359304" algn="l" defTabSz="3839826" rtl="0" eaLnBrk="1" latinLnBrk="0" hangingPunct="1">
      <a:defRPr sz="5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054889" y="5141341"/>
            <a:ext cx="24185071"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076066" y="4422859"/>
            <a:ext cx="24165980"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76063" y="12251286"/>
            <a:ext cx="24171884"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25968063" y="4422859"/>
            <a:ext cx="24165667"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5968063" y="5141341"/>
            <a:ext cx="24165667"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5968063" y="12266479"/>
            <a:ext cx="24159028"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5958800" y="12984959"/>
            <a:ext cx="24168291"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5986795" y="22284814"/>
            <a:ext cx="24146935"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5968063" y="23016752"/>
            <a:ext cx="24159028"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54887" y="13007599"/>
            <a:ext cx="24187159"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Type in or paste your text here</a:t>
            </a:r>
          </a:p>
        </p:txBody>
      </p:sp>
      <p:sp>
        <p:nvSpPr>
          <p:cNvPr id="81" name="Text Placeholder 76"/>
          <p:cNvSpPr>
            <a:spLocks noGrp="1"/>
          </p:cNvSpPr>
          <p:nvPr>
            <p:ph type="body" sz="quarter" idx="150" hasCustomPrompt="1"/>
          </p:nvPr>
        </p:nvSpPr>
        <p:spPr>
          <a:xfrm>
            <a:off x="6800851" y="3086111"/>
            <a:ext cx="37604700" cy="840105"/>
          </a:xfrm>
          <a:prstGeom prst="rect">
            <a:avLst/>
          </a:prstGeom>
        </p:spPr>
        <p:txBody>
          <a:bodyPr lIns="87279" tIns="43640" rIns="87279" bIns="43640">
            <a:normAutofit/>
          </a:bodyPr>
          <a:lstStyle>
            <a:lvl1pPr marL="0" indent="0" algn="ctr">
              <a:buFontTx/>
              <a:buNone/>
              <a:defRPr sz="6933">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p>
        </p:txBody>
      </p:sp>
      <p:sp>
        <p:nvSpPr>
          <p:cNvPr id="82" name="Text Placeholder 76"/>
          <p:cNvSpPr>
            <a:spLocks noGrp="1"/>
          </p:cNvSpPr>
          <p:nvPr>
            <p:ph type="body" sz="quarter" idx="151" hasCustomPrompt="1"/>
          </p:nvPr>
        </p:nvSpPr>
        <p:spPr>
          <a:xfrm>
            <a:off x="6800851" y="1870960"/>
            <a:ext cx="37604700" cy="1215152"/>
          </a:xfrm>
          <a:prstGeom prst="rect">
            <a:avLst/>
          </a:prstGeom>
        </p:spPr>
        <p:txBody>
          <a:bodyPr lIns="87279" tIns="43640" rIns="87279" bIns="43640" anchor="t" anchorCtr="1">
            <a:normAutofit/>
          </a:bodyPr>
          <a:lstStyle>
            <a:lvl1pPr marL="0" indent="0" algn="ctr">
              <a:buFontTx/>
              <a:buNone/>
              <a:defRPr sz="10266">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p>
        </p:txBody>
      </p:sp>
      <p:sp>
        <p:nvSpPr>
          <p:cNvPr id="88" name="Text Placeholder 76"/>
          <p:cNvSpPr>
            <a:spLocks noGrp="1"/>
          </p:cNvSpPr>
          <p:nvPr>
            <p:ph type="body" sz="quarter" idx="153" hasCustomPrompt="1"/>
          </p:nvPr>
        </p:nvSpPr>
        <p:spPr>
          <a:xfrm>
            <a:off x="6800851" y="383489"/>
            <a:ext cx="37604700" cy="1487471"/>
          </a:xfrm>
          <a:prstGeom prst="rect">
            <a:avLst/>
          </a:prstGeom>
        </p:spPr>
        <p:txBody>
          <a:bodyPr lIns="87279" tIns="43640" rIns="87279" bIns="43640" anchor="t" anchorCtr="1">
            <a:normAutofit/>
          </a:bodyPr>
          <a:lstStyle>
            <a:lvl1pPr marL="0" indent="0" algn="ctr">
              <a:buFontTx/>
              <a:buNone/>
              <a:defRPr sz="13466" b="1">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054884" y="5103836"/>
            <a:ext cx="15856491" cy="17323496"/>
          </a:xfrm>
          <a:prstGeom prst="rect">
            <a:avLst/>
          </a:prstGeom>
        </p:spPr>
        <p:txBody>
          <a:bodyPr wrap="square" lIns="218188" tIns="218188" rIns="218188" bIns="218188">
            <a:spAutoFit/>
          </a:bodyPr>
          <a:lstStyle>
            <a:lvl1pPr marL="0" marR="0" indent="0" algn="l" defTabSz="5120199" rtl="0" eaLnBrk="1" fontAlgn="auto" latinLnBrk="0" hangingPunct="1">
              <a:lnSpc>
                <a:spcPct val="100000"/>
              </a:lnSpc>
              <a:spcBef>
                <a:spcPct val="20000"/>
              </a:spcBef>
              <a:spcAft>
                <a:spcPts val="0"/>
              </a:spcAft>
              <a:buClrTx/>
              <a:buSzTx/>
              <a:buFont typeface="Arial" pitchFamily="34" charset="0"/>
              <a:buNone/>
              <a:tabLst/>
              <a:defRPr sz="2933">
                <a:solidFill>
                  <a:schemeClr val="tx1"/>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marL="0" marR="0" lvl="0" indent="0" algn="l" defTabSz="5120199" rtl="0" eaLnBrk="1" fontAlgn="auto" latinLnBrk="0" hangingPunct="1">
              <a:lnSpc>
                <a:spcPct val="100000"/>
              </a:lnSpc>
              <a:spcBef>
                <a:spcPct val="20000"/>
              </a:spcBef>
              <a:spcAft>
                <a:spcPts val="0"/>
              </a:spcAft>
              <a:buClrTx/>
              <a:buSzTx/>
              <a:buFont typeface="Arial" pitchFamily="34" charset="0"/>
              <a:buNone/>
              <a:tabLst/>
              <a:defRPr/>
            </a:pPr>
            <a:r>
              <a:rPr lang="en-US" dirty="0"/>
              <a:t>As;ldkfjas;ldkfjasd;lfkjAs;ldkfjas;ldkfjasd;lfk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a:t>
            </a:r>
          </a:p>
          <a:p>
            <a:pPr lvl="0"/>
            <a:endParaRPr lang="en-US" dirty="0"/>
          </a:p>
        </p:txBody>
      </p:sp>
      <p:sp>
        <p:nvSpPr>
          <p:cNvPr id="6" name="Text Placeholder 5"/>
          <p:cNvSpPr>
            <a:spLocks noGrp="1"/>
          </p:cNvSpPr>
          <p:nvPr>
            <p:ph type="body" sz="quarter" idx="11" hasCustomPrompt="1"/>
          </p:nvPr>
        </p:nvSpPr>
        <p:spPr>
          <a:xfrm>
            <a:off x="1076062" y="4438489"/>
            <a:ext cx="15835313" cy="832911"/>
          </a:xfrm>
          <a:prstGeom prst="rect">
            <a:avLst/>
          </a:prstGeom>
          <a:noFill/>
        </p:spPr>
        <p:txBody>
          <a:bodyPr wrap="square" lIns="87276" tIns="87276" rIns="87276" bIns="87276" anchor="ctr" anchorCtr="0">
            <a:spAutoFit/>
          </a:bodyPr>
          <a:lstStyle>
            <a:lvl1pPr marL="0" indent="0" algn="ctr">
              <a:buNone/>
              <a:defRPr sz="4267" b="1" u="sng" baseline="0">
                <a:solidFill>
                  <a:schemeClr val="tx1"/>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1076063" y="15635831"/>
            <a:ext cx="15858341" cy="18042957"/>
          </a:xfrm>
          <a:prstGeom prst="rect">
            <a:avLst/>
          </a:prstGeom>
        </p:spPr>
        <p:txBody>
          <a:bodyPr wrap="square" lIns="218188" tIns="218188" rIns="218188" bIns="218188">
            <a:spAutoFit/>
          </a:bodyPr>
          <a:lstStyle>
            <a:lvl1pPr marL="0" indent="0">
              <a:buNone/>
              <a:defRPr sz="2933">
                <a:solidFill>
                  <a:schemeClr val="tx1"/>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a:t>
            </a:r>
          </a:p>
        </p:txBody>
      </p:sp>
      <p:sp>
        <p:nvSpPr>
          <p:cNvPr id="20" name="Text Placeholder 5"/>
          <p:cNvSpPr>
            <a:spLocks noGrp="1"/>
          </p:cNvSpPr>
          <p:nvPr>
            <p:ph type="body" sz="quarter" idx="20" hasCustomPrompt="1"/>
          </p:nvPr>
        </p:nvSpPr>
        <p:spPr>
          <a:xfrm>
            <a:off x="1099095" y="14918569"/>
            <a:ext cx="15835312" cy="832911"/>
          </a:xfrm>
          <a:prstGeom prst="rect">
            <a:avLst/>
          </a:prstGeom>
          <a:noFill/>
        </p:spPr>
        <p:txBody>
          <a:bodyPr wrap="square" lIns="87276" tIns="87276" rIns="87276" bIns="87276" anchor="ctr" anchorCtr="0">
            <a:spAutoFit/>
          </a:bodyPr>
          <a:lstStyle>
            <a:lvl1pPr marL="0" indent="0" algn="ctr">
              <a:buNone/>
              <a:defRPr sz="4267" b="1" u="sng" baseline="0">
                <a:solidFill>
                  <a:schemeClr val="tx1"/>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7679991" y="18491101"/>
            <a:ext cx="15833456" cy="12175517"/>
          </a:xfrm>
          <a:prstGeom prst="rect">
            <a:avLst/>
          </a:prstGeom>
        </p:spPr>
        <p:txBody>
          <a:bodyPr wrap="square" lIns="218188" tIns="218188" rIns="218188" bIns="218188">
            <a:spAutoFit/>
          </a:bodyPr>
          <a:lstStyle>
            <a:lvl1pPr marL="0" indent="0">
              <a:buNone/>
              <a:defRPr sz="2933">
                <a:solidFill>
                  <a:schemeClr val="tx1"/>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a:t>
            </a:r>
          </a:p>
        </p:txBody>
      </p:sp>
      <p:sp>
        <p:nvSpPr>
          <p:cNvPr id="22" name="Text Placeholder 5"/>
          <p:cNvSpPr>
            <a:spLocks noGrp="1"/>
          </p:cNvSpPr>
          <p:nvPr>
            <p:ph type="body" sz="quarter" idx="22" hasCustomPrompt="1"/>
          </p:nvPr>
        </p:nvSpPr>
        <p:spPr>
          <a:xfrm>
            <a:off x="17679991" y="17832698"/>
            <a:ext cx="15833456" cy="832911"/>
          </a:xfrm>
          <a:prstGeom prst="rect">
            <a:avLst/>
          </a:prstGeom>
          <a:noFill/>
        </p:spPr>
        <p:txBody>
          <a:bodyPr wrap="square" lIns="87276" tIns="87276" rIns="87276" bIns="87276" anchor="ctr" anchorCtr="0">
            <a:spAutoFit/>
          </a:bodyPr>
          <a:lstStyle>
            <a:lvl1pPr marL="0" indent="0" algn="ctr">
              <a:buNone/>
              <a:defRPr sz="4267" b="1" u="sng" baseline="0">
                <a:solidFill>
                  <a:schemeClr val="tx1"/>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7689252" y="5110782"/>
            <a:ext cx="15833456" cy="18042957"/>
          </a:xfrm>
          <a:prstGeom prst="rect">
            <a:avLst/>
          </a:prstGeom>
        </p:spPr>
        <p:txBody>
          <a:bodyPr wrap="square" lIns="218188" tIns="218188" rIns="218188" bIns="218188">
            <a:spAutoFit/>
          </a:bodyPr>
          <a:lstStyle>
            <a:lvl1pPr marL="0" indent="0">
              <a:buNone/>
              <a:defRPr sz="2933">
                <a:solidFill>
                  <a:schemeClr val="tx1"/>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a:t>
            </a:r>
          </a:p>
        </p:txBody>
      </p:sp>
      <p:sp>
        <p:nvSpPr>
          <p:cNvPr id="24" name="Text Placeholder 5"/>
          <p:cNvSpPr>
            <a:spLocks noGrp="1"/>
          </p:cNvSpPr>
          <p:nvPr>
            <p:ph type="body" sz="quarter" idx="24" hasCustomPrompt="1"/>
          </p:nvPr>
        </p:nvSpPr>
        <p:spPr>
          <a:xfrm>
            <a:off x="17681845" y="4438489"/>
            <a:ext cx="15842721" cy="832911"/>
          </a:xfrm>
          <a:prstGeom prst="rect">
            <a:avLst/>
          </a:prstGeom>
          <a:noFill/>
        </p:spPr>
        <p:txBody>
          <a:bodyPr wrap="square" lIns="87276" tIns="87276" rIns="87276" bIns="87276" anchor="ctr" anchorCtr="0">
            <a:spAutoFit/>
          </a:bodyPr>
          <a:lstStyle>
            <a:lvl1pPr marL="0" indent="0" algn="ctr">
              <a:buNone/>
              <a:tabLst/>
              <a:defRPr sz="4267" b="1" u="sng" baseline="0">
                <a:solidFill>
                  <a:schemeClr val="tx1"/>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4295034" y="4438489"/>
            <a:ext cx="15838700" cy="832911"/>
          </a:xfrm>
          <a:prstGeom prst="rect">
            <a:avLst/>
          </a:prstGeom>
          <a:noFill/>
        </p:spPr>
        <p:txBody>
          <a:bodyPr wrap="square" lIns="87276" tIns="87276" rIns="87276" bIns="87276" anchor="ctr" anchorCtr="0">
            <a:spAutoFit/>
          </a:bodyPr>
          <a:lstStyle>
            <a:lvl1pPr marL="0" indent="0" algn="ctr">
              <a:buNone/>
              <a:defRPr sz="4267" b="1" u="sng" baseline="0">
                <a:solidFill>
                  <a:schemeClr val="tx1"/>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4295034" y="5103836"/>
            <a:ext cx="15838700" cy="18042957"/>
          </a:xfrm>
          <a:prstGeom prst="rect">
            <a:avLst/>
          </a:prstGeom>
        </p:spPr>
        <p:txBody>
          <a:bodyPr wrap="square" lIns="218188" tIns="218188" rIns="218188" bIns="218188">
            <a:spAutoFit/>
          </a:bodyPr>
          <a:lstStyle>
            <a:lvl1pPr marL="0" indent="0">
              <a:buNone/>
              <a:defRPr sz="2933">
                <a:solidFill>
                  <a:schemeClr val="tx1"/>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a:t>
            </a:r>
          </a:p>
        </p:txBody>
      </p:sp>
      <p:sp>
        <p:nvSpPr>
          <p:cNvPr id="27" name="Text Placeholder 5"/>
          <p:cNvSpPr>
            <a:spLocks noGrp="1"/>
          </p:cNvSpPr>
          <p:nvPr>
            <p:ph type="body" sz="quarter" idx="27" hasCustomPrompt="1"/>
          </p:nvPr>
        </p:nvSpPr>
        <p:spPr>
          <a:xfrm>
            <a:off x="34295034" y="14890475"/>
            <a:ext cx="15838700" cy="832911"/>
          </a:xfrm>
          <a:prstGeom prst="rect">
            <a:avLst/>
          </a:prstGeom>
          <a:noFill/>
        </p:spPr>
        <p:txBody>
          <a:bodyPr wrap="square" lIns="87276" tIns="87276" rIns="87276" bIns="87276" anchor="ctr" anchorCtr="0">
            <a:spAutoFit/>
          </a:bodyPr>
          <a:lstStyle>
            <a:lvl1pPr marL="0" indent="0" algn="ctr">
              <a:buNone/>
              <a:defRPr sz="4267" b="1" u="sng" baseline="0">
                <a:solidFill>
                  <a:schemeClr val="tx1"/>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4289164" y="15555821"/>
            <a:ext cx="15844571" cy="12175517"/>
          </a:xfrm>
          <a:prstGeom prst="rect">
            <a:avLst/>
          </a:prstGeom>
        </p:spPr>
        <p:txBody>
          <a:bodyPr wrap="square" lIns="218188" tIns="218188" rIns="218188" bIns="218188">
            <a:spAutoFit/>
          </a:bodyPr>
          <a:lstStyle>
            <a:lvl1pPr marL="0" indent="0">
              <a:buNone/>
              <a:defRPr sz="2933">
                <a:solidFill>
                  <a:schemeClr val="tx1"/>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a:t>
            </a:r>
          </a:p>
        </p:txBody>
      </p:sp>
      <p:sp>
        <p:nvSpPr>
          <p:cNvPr id="29" name="Text Placeholder 5"/>
          <p:cNvSpPr>
            <a:spLocks noGrp="1"/>
          </p:cNvSpPr>
          <p:nvPr>
            <p:ph type="body" sz="quarter" idx="29" hasCustomPrompt="1"/>
          </p:nvPr>
        </p:nvSpPr>
        <p:spPr>
          <a:xfrm>
            <a:off x="34295034" y="22300444"/>
            <a:ext cx="15838700" cy="832911"/>
          </a:xfrm>
          <a:prstGeom prst="rect">
            <a:avLst/>
          </a:prstGeom>
          <a:noFill/>
        </p:spPr>
        <p:txBody>
          <a:bodyPr wrap="square" lIns="87276" tIns="87276" rIns="87276" bIns="87276" anchor="ctr" anchorCtr="0">
            <a:spAutoFit/>
          </a:bodyPr>
          <a:lstStyle>
            <a:lvl1pPr marL="0" indent="0" algn="ctr">
              <a:buNone/>
              <a:defRPr sz="4267" b="1" u="sng" baseline="0">
                <a:solidFill>
                  <a:schemeClr val="tx1"/>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4295035" y="22965791"/>
            <a:ext cx="15844571" cy="6308078"/>
          </a:xfrm>
          <a:prstGeom prst="rect">
            <a:avLst/>
          </a:prstGeom>
        </p:spPr>
        <p:txBody>
          <a:bodyPr wrap="square" lIns="218188" tIns="218188" rIns="218188" bIns="218188">
            <a:spAutoFit/>
          </a:bodyPr>
          <a:lstStyle>
            <a:lvl1pPr marL="0" indent="0">
              <a:buNone/>
              <a:defRPr sz="2933">
                <a:solidFill>
                  <a:schemeClr val="tx1"/>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s;ldkfjas;ldkfjasd;lfkjAs;ldkfjas;ldkfjasd;lfvvvs;ldkfjas;ldkfjasd;lfkjAs;ldkfjas;ldkfjasd;lfs;ldkfjas;ldkfjasd;lfkjAs;ldkfjas;ldkfjasd;lfs;ldkfjas;ldkfjasd;lfkjAs;ldkfjas;ldkfjasd;lfs;ldkfjas;ldkfjasd;lfkjAs;ldkfjas;ldkfjasd;lfs;ldkfjas;ldkfjasd;lfkjAs;ld</a:t>
            </a:r>
          </a:p>
        </p:txBody>
      </p:sp>
      <p:sp>
        <p:nvSpPr>
          <p:cNvPr id="77" name="Text Placeholder 76"/>
          <p:cNvSpPr>
            <a:spLocks noGrp="1"/>
          </p:cNvSpPr>
          <p:nvPr>
            <p:ph type="body" sz="quarter" idx="150" hasCustomPrompt="1"/>
          </p:nvPr>
        </p:nvSpPr>
        <p:spPr>
          <a:xfrm>
            <a:off x="6800851" y="3086111"/>
            <a:ext cx="37604700" cy="840105"/>
          </a:xfrm>
          <a:prstGeom prst="rect">
            <a:avLst/>
          </a:prstGeom>
        </p:spPr>
        <p:txBody>
          <a:bodyPr lIns="87279" tIns="43640" rIns="87279" bIns="43640">
            <a:normAutofit/>
          </a:bodyPr>
          <a:lstStyle>
            <a:lvl1pPr marL="0" indent="0" algn="ctr">
              <a:buFontTx/>
              <a:buNone/>
              <a:defRPr sz="6933">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p>
        </p:txBody>
      </p:sp>
      <p:sp>
        <p:nvSpPr>
          <p:cNvPr id="78" name="Text Placeholder 76"/>
          <p:cNvSpPr>
            <a:spLocks noGrp="1"/>
          </p:cNvSpPr>
          <p:nvPr>
            <p:ph type="body" sz="quarter" idx="151" hasCustomPrompt="1"/>
          </p:nvPr>
        </p:nvSpPr>
        <p:spPr>
          <a:xfrm>
            <a:off x="6800851" y="1870960"/>
            <a:ext cx="37604700" cy="1215152"/>
          </a:xfrm>
          <a:prstGeom prst="rect">
            <a:avLst/>
          </a:prstGeom>
        </p:spPr>
        <p:txBody>
          <a:bodyPr lIns="87279" tIns="43640" rIns="87279" bIns="43640" anchor="t" anchorCtr="1">
            <a:normAutofit/>
          </a:bodyPr>
          <a:lstStyle>
            <a:lvl1pPr marL="0" indent="0" algn="ctr">
              <a:buFontTx/>
              <a:buNone/>
              <a:defRPr sz="10266">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p>
        </p:txBody>
      </p:sp>
      <p:sp>
        <p:nvSpPr>
          <p:cNvPr id="79" name="Text Placeholder 76"/>
          <p:cNvSpPr>
            <a:spLocks noGrp="1"/>
          </p:cNvSpPr>
          <p:nvPr>
            <p:ph type="body" sz="quarter" idx="153" hasCustomPrompt="1"/>
          </p:nvPr>
        </p:nvSpPr>
        <p:spPr>
          <a:xfrm>
            <a:off x="6800851" y="383489"/>
            <a:ext cx="37604700" cy="1487471"/>
          </a:xfrm>
          <a:prstGeom prst="rect">
            <a:avLst/>
          </a:prstGeom>
        </p:spPr>
        <p:txBody>
          <a:bodyPr lIns="87279" tIns="43640" rIns="87279" bIns="43640" anchor="t" anchorCtr="1">
            <a:normAutofit/>
          </a:bodyPr>
          <a:lstStyle>
            <a:lvl1pPr marL="0" indent="0" algn="ctr">
              <a:buFontTx/>
              <a:buNone/>
              <a:defRPr sz="13466" b="1">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 Placeholder 76">
            <a:extLst>
              <a:ext uri="{FF2B5EF4-FFF2-40B4-BE49-F238E27FC236}">
                <a16:creationId xmlns:a16="http://schemas.microsoft.com/office/drawing/2014/main" id="{B7269914-62F3-4F42-8645-773E47589D97}"/>
              </a:ext>
            </a:extLst>
          </p:cNvPr>
          <p:cNvSpPr>
            <a:spLocks noGrp="1"/>
          </p:cNvSpPr>
          <p:nvPr>
            <p:ph type="body" sz="quarter" idx="150" hasCustomPrompt="1"/>
          </p:nvPr>
        </p:nvSpPr>
        <p:spPr>
          <a:xfrm>
            <a:off x="6800851" y="3086111"/>
            <a:ext cx="37604700" cy="840105"/>
          </a:xfrm>
          <a:prstGeom prst="rect">
            <a:avLst/>
          </a:prstGeom>
        </p:spPr>
        <p:txBody>
          <a:bodyPr lIns="87279" tIns="43640" rIns="87279" bIns="43640">
            <a:normAutofit/>
          </a:bodyPr>
          <a:lstStyle>
            <a:lvl1pPr marL="0" indent="0" algn="ctr">
              <a:buFontTx/>
              <a:buNone/>
              <a:defRPr sz="6933">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p>
        </p:txBody>
      </p:sp>
      <p:sp>
        <p:nvSpPr>
          <p:cNvPr id="4" name="Text Placeholder 76">
            <a:extLst>
              <a:ext uri="{FF2B5EF4-FFF2-40B4-BE49-F238E27FC236}">
                <a16:creationId xmlns:a16="http://schemas.microsoft.com/office/drawing/2014/main" id="{3DC89872-B752-46CA-8C59-8F6B03208DDD}"/>
              </a:ext>
            </a:extLst>
          </p:cNvPr>
          <p:cNvSpPr>
            <a:spLocks noGrp="1"/>
          </p:cNvSpPr>
          <p:nvPr>
            <p:ph type="body" sz="quarter" idx="151" hasCustomPrompt="1"/>
          </p:nvPr>
        </p:nvSpPr>
        <p:spPr>
          <a:xfrm>
            <a:off x="6800851" y="1870960"/>
            <a:ext cx="37604700" cy="1215152"/>
          </a:xfrm>
          <a:prstGeom prst="rect">
            <a:avLst/>
          </a:prstGeom>
        </p:spPr>
        <p:txBody>
          <a:bodyPr lIns="87279" tIns="43640" rIns="87279" bIns="43640" anchor="t" anchorCtr="1">
            <a:normAutofit/>
          </a:bodyPr>
          <a:lstStyle>
            <a:lvl1pPr marL="0" indent="0" algn="ctr">
              <a:buFontTx/>
              <a:buNone/>
              <a:defRPr sz="10266">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p>
        </p:txBody>
      </p:sp>
      <p:sp>
        <p:nvSpPr>
          <p:cNvPr id="5" name="Text Placeholder 76">
            <a:extLst>
              <a:ext uri="{FF2B5EF4-FFF2-40B4-BE49-F238E27FC236}">
                <a16:creationId xmlns:a16="http://schemas.microsoft.com/office/drawing/2014/main" id="{FD5433D2-2958-469E-B8BB-7DDA276771ED}"/>
              </a:ext>
            </a:extLst>
          </p:cNvPr>
          <p:cNvSpPr>
            <a:spLocks noGrp="1"/>
          </p:cNvSpPr>
          <p:nvPr>
            <p:ph type="body" sz="quarter" idx="153" hasCustomPrompt="1"/>
          </p:nvPr>
        </p:nvSpPr>
        <p:spPr>
          <a:xfrm>
            <a:off x="6800851" y="383489"/>
            <a:ext cx="37604700" cy="1487471"/>
          </a:xfrm>
          <a:prstGeom prst="rect">
            <a:avLst/>
          </a:prstGeom>
        </p:spPr>
        <p:txBody>
          <a:bodyPr lIns="87279" tIns="43640" rIns="87279" bIns="43640" anchor="t" anchorCtr="1">
            <a:normAutofit/>
          </a:bodyPr>
          <a:lstStyle>
            <a:lvl1pPr marL="0" indent="0" algn="ctr">
              <a:buFontTx/>
              <a:buNone/>
              <a:defRPr sz="13466" b="1">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p>
        </p:txBody>
      </p:sp>
    </p:spTree>
    <p:extLst>
      <p:ext uri="{BB962C8B-B14F-4D97-AF65-F5344CB8AC3E}">
        <p14:creationId xmlns:p14="http://schemas.microsoft.com/office/powerpoint/2010/main" val="318544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Text Placeholder 76">
            <a:extLst>
              <a:ext uri="{FF2B5EF4-FFF2-40B4-BE49-F238E27FC236}">
                <a16:creationId xmlns:a16="http://schemas.microsoft.com/office/drawing/2014/main" id="{B7269914-62F3-4F42-8645-773E47589D97}"/>
              </a:ext>
            </a:extLst>
          </p:cNvPr>
          <p:cNvSpPr>
            <a:spLocks noGrp="1"/>
          </p:cNvSpPr>
          <p:nvPr>
            <p:ph type="body" sz="quarter" idx="150" hasCustomPrompt="1"/>
          </p:nvPr>
        </p:nvSpPr>
        <p:spPr>
          <a:xfrm>
            <a:off x="6800851" y="3086111"/>
            <a:ext cx="37604700" cy="840105"/>
          </a:xfrm>
          <a:prstGeom prst="rect">
            <a:avLst/>
          </a:prstGeom>
        </p:spPr>
        <p:txBody>
          <a:bodyPr lIns="87279" tIns="43640" rIns="87279" bIns="43640">
            <a:normAutofit/>
          </a:bodyPr>
          <a:lstStyle>
            <a:lvl1pPr marL="0" indent="0" algn="ctr">
              <a:buFontTx/>
              <a:buNone/>
              <a:defRPr sz="6933">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p>
        </p:txBody>
      </p:sp>
      <p:sp>
        <p:nvSpPr>
          <p:cNvPr id="4" name="Text Placeholder 76">
            <a:extLst>
              <a:ext uri="{FF2B5EF4-FFF2-40B4-BE49-F238E27FC236}">
                <a16:creationId xmlns:a16="http://schemas.microsoft.com/office/drawing/2014/main" id="{3DC89872-B752-46CA-8C59-8F6B03208DDD}"/>
              </a:ext>
            </a:extLst>
          </p:cNvPr>
          <p:cNvSpPr>
            <a:spLocks noGrp="1"/>
          </p:cNvSpPr>
          <p:nvPr>
            <p:ph type="body" sz="quarter" idx="151" hasCustomPrompt="1"/>
          </p:nvPr>
        </p:nvSpPr>
        <p:spPr>
          <a:xfrm>
            <a:off x="6800851" y="1870960"/>
            <a:ext cx="37604700" cy="1215152"/>
          </a:xfrm>
          <a:prstGeom prst="rect">
            <a:avLst/>
          </a:prstGeom>
        </p:spPr>
        <p:txBody>
          <a:bodyPr lIns="87279" tIns="43640" rIns="87279" bIns="43640" anchor="t" anchorCtr="1">
            <a:normAutofit/>
          </a:bodyPr>
          <a:lstStyle>
            <a:lvl1pPr marL="0" indent="0" algn="ctr">
              <a:buFontTx/>
              <a:buNone/>
              <a:defRPr sz="10266">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p>
        </p:txBody>
      </p:sp>
      <p:sp>
        <p:nvSpPr>
          <p:cNvPr id="5" name="Text Placeholder 76">
            <a:extLst>
              <a:ext uri="{FF2B5EF4-FFF2-40B4-BE49-F238E27FC236}">
                <a16:creationId xmlns:a16="http://schemas.microsoft.com/office/drawing/2014/main" id="{FD5433D2-2958-469E-B8BB-7DDA276771ED}"/>
              </a:ext>
            </a:extLst>
          </p:cNvPr>
          <p:cNvSpPr>
            <a:spLocks noGrp="1"/>
          </p:cNvSpPr>
          <p:nvPr>
            <p:ph type="body" sz="quarter" idx="153" hasCustomPrompt="1"/>
          </p:nvPr>
        </p:nvSpPr>
        <p:spPr>
          <a:xfrm>
            <a:off x="6800851" y="383489"/>
            <a:ext cx="37604700" cy="1487471"/>
          </a:xfrm>
          <a:prstGeom prst="rect">
            <a:avLst/>
          </a:prstGeom>
        </p:spPr>
        <p:txBody>
          <a:bodyPr lIns="87279" tIns="43640" rIns="87279" bIns="43640" anchor="t" anchorCtr="1">
            <a:normAutofit/>
          </a:bodyPr>
          <a:lstStyle>
            <a:lvl1pPr marL="0" indent="0" algn="ctr">
              <a:buFontTx/>
              <a:buNone/>
              <a:defRPr sz="13466" b="1">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p>
        </p:txBody>
      </p:sp>
    </p:spTree>
    <p:extLst>
      <p:ext uri="{BB962C8B-B14F-4D97-AF65-F5344CB8AC3E}">
        <p14:creationId xmlns:p14="http://schemas.microsoft.com/office/powerpoint/2010/main" val="229557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346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054890" y="5141341"/>
            <a:ext cx="11732948"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1076067" y="4422859"/>
            <a:ext cx="11723688" cy="894467"/>
          </a:xfrm>
          <a:prstGeom prst="rect">
            <a:avLst/>
          </a:prstGeom>
          <a:noFill/>
        </p:spPr>
        <p:txBody>
          <a:bodyPr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1053032" y="12941674"/>
            <a:ext cx="11734800"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1076062" y="12251286"/>
            <a:ext cx="11725540"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3518358" y="5134396"/>
            <a:ext cx="24173389"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3518359" y="4422859"/>
            <a:ext cx="24173392" cy="894467"/>
          </a:xfrm>
          <a:prstGeom prst="rect">
            <a:avLst/>
          </a:prstGeom>
          <a:noFill/>
        </p:spPr>
        <p:txBody>
          <a:bodyPr wrap="square" lIns="87276" tIns="87276" rIns="87276" bIns="87276" anchor="ctr" anchorCtr="0">
            <a:spAutoFit/>
          </a:bodyPr>
          <a:lstStyle>
            <a:lvl1pPr marL="0" indent="0" algn="ctr">
              <a:buNone/>
              <a:tabLst/>
              <a:defRPr sz="4667"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3518359" y="18974221"/>
            <a:ext cx="24173392"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3518356" y="18255740"/>
            <a:ext cx="24173392"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8412210" y="4422859"/>
            <a:ext cx="11721521"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8412210" y="5141341"/>
            <a:ext cx="11721521"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8405570" y="12303983"/>
            <a:ext cx="11721521" cy="894467"/>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8480737" y="13022464"/>
            <a:ext cx="11636448"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8412210" y="22119353"/>
            <a:ext cx="11721521" cy="1612675"/>
          </a:xfrm>
          <a:prstGeom prst="rect">
            <a:avLst/>
          </a:prstGeom>
          <a:noFill/>
        </p:spPr>
        <p:txBody>
          <a:bodyPr wrap="square" lIns="87276" tIns="87276" rIns="87276" bIns="87276" anchor="ctr" anchorCtr="0">
            <a:spAutoFit/>
          </a:bodyPr>
          <a:lstStyle>
            <a:lvl1pPr marL="0" indent="0" algn="ctr">
              <a:buNone/>
              <a:defRPr sz="4667"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8389792" y="23394712"/>
            <a:ext cx="11727392" cy="953535"/>
          </a:xfrm>
          <a:prstGeom prst="rect">
            <a:avLst/>
          </a:prstGeom>
        </p:spPr>
        <p:txBody>
          <a:bodyPr wrap="square" lIns="218188" tIns="218188" rIns="218188" bIns="218188">
            <a:spAutoFit/>
          </a:bodyPr>
          <a:lstStyle>
            <a:lvl1pPr marL="0" indent="0">
              <a:buNone/>
              <a:defRPr sz="3333">
                <a:solidFill>
                  <a:schemeClr val="accent5">
                    <a:lumMod val="50000"/>
                  </a:schemeClr>
                </a:solidFill>
                <a:latin typeface="Trebuchet MS" pitchFamily="34" charset="0"/>
              </a:defRPr>
            </a:lvl1pPr>
            <a:lvl2pPr marL="1733399" indent="-666691">
              <a:defRPr sz="2933">
                <a:latin typeface="Trebuchet MS" pitchFamily="34" charset="0"/>
              </a:defRPr>
            </a:lvl2pPr>
            <a:lvl3pPr marL="2400092" indent="-666691">
              <a:defRPr sz="2933">
                <a:latin typeface="Trebuchet MS" pitchFamily="34" charset="0"/>
              </a:defRPr>
            </a:lvl3pPr>
            <a:lvl4pPr marL="3133455" indent="-733362">
              <a:defRPr sz="2933">
                <a:latin typeface="Trebuchet MS" pitchFamily="34" charset="0"/>
              </a:defRPr>
            </a:lvl4pPr>
            <a:lvl5pPr marL="3666808" indent="-533353">
              <a:defRPr sz="2933">
                <a:latin typeface="Trebuchet MS" pitchFamily="34" charset="0"/>
              </a:defRPr>
            </a:lvl5pPr>
          </a:lstStyle>
          <a:p>
            <a:pPr lvl="0"/>
            <a:r>
              <a:rPr lang="en-US" dirty="0"/>
              <a:t>Enter your text here</a:t>
            </a:r>
          </a:p>
        </p:txBody>
      </p:sp>
      <p:sp>
        <p:nvSpPr>
          <p:cNvPr id="90" name="Text Placeholder 76"/>
          <p:cNvSpPr>
            <a:spLocks noGrp="1"/>
          </p:cNvSpPr>
          <p:nvPr>
            <p:ph type="body" sz="quarter" idx="150" hasCustomPrompt="1"/>
          </p:nvPr>
        </p:nvSpPr>
        <p:spPr>
          <a:xfrm>
            <a:off x="6800851" y="3086111"/>
            <a:ext cx="37604700" cy="840105"/>
          </a:xfrm>
          <a:prstGeom prst="rect">
            <a:avLst/>
          </a:prstGeom>
        </p:spPr>
        <p:txBody>
          <a:bodyPr lIns="87279" tIns="43640" rIns="87279" bIns="43640">
            <a:normAutofit/>
          </a:bodyPr>
          <a:lstStyle>
            <a:lvl1pPr marL="0" indent="0" algn="ctr">
              <a:buFontTx/>
              <a:buNone/>
              <a:defRPr sz="6933">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p>
        </p:txBody>
      </p:sp>
      <p:sp>
        <p:nvSpPr>
          <p:cNvPr id="91" name="Text Placeholder 76"/>
          <p:cNvSpPr>
            <a:spLocks noGrp="1"/>
          </p:cNvSpPr>
          <p:nvPr>
            <p:ph type="body" sz="quarter" idx="151" hasCustomPrompt="1"/>
          </p:nvPr>
        </p:nvSpPr>
        <p:spPr>
          <a:xfrm>
            <a:off x="6800851" y="1870960"/>
            <a:ext cx="37604700" cy="1215152"/>
          </a:xfrm>
          <a:prstGeom prst="rect">
            <a:avLst/>
          </a:prstGeom>
        </p:spPr>
        <p:txBody>
          <a:bodyPr lIns="87279" tIns="43640" rIns="87279" bIns="43640" anchor="t" anchorCtr="1">
            <a:normAutofit/>
          </a:bodyPr>
          <a:lstStyle>
            <a:lvl1pPr marL="0" indent="0" algn="ctr">
              <a:buFontTx/>
              <a:buNone/>
              <a:defRPr sz="10266">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p>
        </p:txBody>
      </p:sp>
      <p:sp>
        <p:nvSpPr>
          <p:cNvPr id="92" name="Text Placeholder 76"/>
          <p:cNvSpPr>
            <a:spLocks noGrp="1"/>
          </p:cNvSpPr>
          <p:nvPr>
            <p:ph type="body" sz="quarter" idx="178" hasCustomPrompt="1"/>
          </p:nvPr>
        </p:nvSpPr>
        <p:spPr>
          <a:xfrm>
            <a:off x="6800851" y="383489"/>
            <a:ext cx="37604700" cy="1487471"/>
          </a:xfrm>
          <a:prstGeom prst="rect">
            <a:avLst/>
          </a:prstGeom>
        </p:spPr>
        <p:txBody>
          <a:bodyPr lIns="87279" tIns="43640" rIns="87279" bIns="43640" anchor="t" anchorCtr="1">
            <a:normAutofit/>
          </a:bodyPr>
          <a:lstStyle>
            <a:lvl1pPr marL="0" indent="0" algn="ctr">
              <a:buFontTx/>
              <a:buNone/>
              <a:defRPr sz="13466" b="1">
                <a:solidFill>
                  <a:schemeClr val="bg1"/>
                </a:solidFill>
                <a:latin typeface="+mj-lt"/>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2">
                <a:tint val="40000"/>
                <a:satMod val="350000"/>
              </a:schemeClr>
            </a:gs>
            <a:gs pos="58000">
              <a:schemeClr val="bg2">
                <a:tint val="45000"/>
                <a:shade val="99000"/>
                <a:satMod val="350000"/>
              </a:schemeClr>
            </a:gs>
            <a:gs pos="100000">
              <a:schemeClr val="bg2">
                <a:shade val="20000"/>
                <a:satMod val="255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51206400" cy="4200525"/>
          </a:xfrm>
          <a:prstGeom prst="rect">
            <a:avLst/>
          </a:prstGeom>
          <a:solidFill>
            <a:schemeClr val="accent5">
              <a:lumMod val="75000"/>
            </a:schemeClr>
          </a:solidFill>
          <a:ln w="9525">
            <a:solidFill>
              <a:schemeClr val="tx1"/>
            </a:solidFill>
            <a:miter lim="800000"/>
            <a:headEnd/>
            <a:tailEnd/>
          </a:ln>
          <a:effectLst/>
        </p:spPr>
        <p:txBody>
          <a:bodyPr wrap="none" lIns="106669" tIns="53333" rIns="106669" bIns="53333" anchor="ctr"/>
          <a:lstStyle/>
          <a:p>
            <a:pPr>
              <a:defRPr/>
            </a:pPr>
            <a:endParaRPr lang="en-US" sz="9200" dirty="0"/>
          </a:p>
        </p:txBody>
      </p:sp>
      <p:sp>
        <p:nvSpPr>
          <p:cNvPr id="9" name="Rectangle 9"/>
          <p:cNvSpPr>
            <a:spLocks noChangeArrowheads="1"/>
          </p:cNvSpPr>
          <p:nvPr/>
        </p:nvSpPr>
        <p:spPr bwMode="auto">
          <a:xfrm>
            <a:off x="0" y="4204694"/>
            <a:ext cx="51206400" cy="133350"/>
          </a:xfrm>
          <a:prstGeom prst="rect">
            <a:avLst/>
          </a:prstGeom>
          <a:solidFill>
            <a:schemeClr val="accent5">
              <a:lumMod val="50000"/>
            </a:schemeClr>
          </a:solidFill>
          <a:ln w="152400">
            <a:noFill/>
            <a:miter lim="800000"/>
            <a:headEnd/>
            <a:tailEnd/>
          </a:ln>
          <a:effectLst/>
        </p:spPr>
        <p:txBody>
          <a:bodyPr wrap="none" lIns="106669" tIns="53333" rIns="106669" bIns="53333" anchor="ctr"/>
          <a:lstStyle/>
          <a:p>
            <a:pPr>
              <a:defRPr/>
            </a:pPr>
            <a:endParaRPr lang="en-US" sz="9200" dirty="0"/>
          </a:p>
        </p:txBody>
      </p:sp>
      <p:sp>
        <p:nvSpPr>
          <p:cNvPr id="10" name="Text Box 14"/>
          <p:cNvSpPr txBox="1">
            <a:spLocks noChangeArrowheads="1"/>
          </p:cNvSpPr>
          <p:nvPr/>
        </p:nvSpPr>
        <p:spPr bwMode="auto">
          <a:xfrm>
            <a:off x="2294734" y="28169448"/>
            <a:ext cx="2933700" cy="396669"/>
          </a:xfrm>
          <a:prstGeom prst="rect">
            <a:avLst/>
          </a:prstGeom>
          <a:noFill/>
          <a:ln w="9525">
            <a:noFill/>
            <a:miter lim="800000"/>
            <a:headEnd/>
            <a:tailEnd/>
          </a:ln>
          <a:effectLst/>
        </p:spPr>
        <p:txBody>
          <a:bodyPr lIns="106469" tIns="53224" rIns="106469" bIns="53224">
            <a:spAutoFit/>
          </a:bodyPr>
          <a:lstStyle/>
          <a:p>
            <a:pPr eaLnBrk="0" hangingPunct="0">
              <a:lnSpc>
                <a:spcPct val="65000"/>
              </a:lnSpc>
              <a:spcBef>
                <a:spcPct val="50000"/>
              </a:spcBef>
              <a:defRPr/>
            </a:pPr>
            <a:r>
              <a:rPr lang="en-US" sz="533"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1333" b="1" dirty="0">
                <a:solidFill>
                  <a:schemeClr val="bg1">
                    <a:lumMod val="75000"/>
                  </a:schemeClr>
                </a:solidFill>
                <a:latin typeface="Arial" charset="0"/>
              </a:rPr>
              <a:t>www.PosterPresentations.com</a:t>
            </a:r>
          </a:p>
        </p:txBody>
      </p:sp>
      <p:sp>
        <p:nvSpPr>
          <p:cNvPr id="16" name="Rectangle 33"/>
          <p:cNvSpPr>
            <a:spLocks noChangeArrowheads="1"/>
          </p:cNvSpPr>
          <p:nvPr/>
        </p:nvSpPr>
        <p:spPr bwMode="auto">
          <a:xfrm>
            <a:off x="1076061" y="4600575"/>
            <a:ext cx="24171540" cy="23402925"/>
          </a:xfrm>
          <a:prstGeom prst="roundRect">
            <a:avLst>
              <a:gd name="adj" fmla="val 4604"/>
            </a:avLst>
          </a:prstGeom>
          <a:gradFill>
            <a:gsLst>
              <a:gs pos="0">
                <a:schemeClr val="accent1">
                  <a:tint val="66000"/>
                  <a:satMod val="160000"/>
                </a:schemeClr>
              </a:gs>
              <a:gs pos="0">
                <a:srgbClr val="CDD2DE"/>
              </a:gs>
              <a:gs pos="100000">
                <a:srgbClr val="F3F5FA"/>
              </a:gs>
            </a:gsLst>
            <a:lin ang="16200000" scaled="1"/>
          </a:gradFill>
          <a:ln w="9525">
            <a:solidFill>
              <a:schemeClr val="tx2"/>
            </a:solidFill>
            <a:miter lim="800000"/>
            <a:headEnd/>
            <a:tailEnd/>
          </a:ln>
          <a:effectLst/>
        </p:spPr>
        <p:txBody>
          <a:bodyPr wrap="none" lIns="106669" tIns="53333" rIns="106669" bIns="53333" anchor="ctr"/>
          <a:lstStyle/>
          <a:p>
            <a:pPr>
              <a:defRPr/>
            </a:pPr>
            <a:endParaRPr lang="en-US" sz="9200" dirty="0"/>
          </a:p>
        </p:txBody>
      </p:sp>
      <p:sp>
        <p:nvSpPr>
          <p:cNvPr id="21" name="Rectangle 33"/>
          <p:cNvSpPr>
            <a:spLocks noChangeArrowheads="1"/>
          </p:cNvSpPr>
          <p:nvPr userDrawn="1"/>
        </p:nvSpPr>
        <p:spPr bwMode="auto">
          <a:xfrm>
            <a:off x="25962506" y="4600575"/>
            <a:ext cx="24171540" cy="23402925"/>
          </a:xfrm>
          <a:prstGeom prst="roundRect">
            <a:avLst>
              <a:gd name="adj" fmla="val 4604"/>
            </a:avLst>
          </a:prstGeom>
          <a:gradFill>
            <a:gsLst>
              <a:gs pos="0">
                <a:schemeClr val="accent1">
                  <a:tint val="66000"/>
                  <a:satMod val="160000"/>
                </a:schemeClr>
              </a:gs>
              <a:gs pos="0">
                <a:srgbClr val="CDD2DE"/>
              </a:gs>
              <a:gs pos="100000">
                <a:srgbClr val="F3F5FA"/>
              </a:gs>
            </a:gsLst>
            <a:lin ang="16200000" scaled="1"/>
          </a:gradFill>
          <a:ln w="9525">
            <a:solidFill>
              <a:schemeClr val="tx2"/>
            </a:solidFill>
            <a:miter lim="800000"/>
            <a:headEnd/>
            <a:tailEnd/>
          </a:ln>
          <a:effectLst/>
        </p:spPr>
        <p:txBody>
          <a:bodyPr wrap="none" lIns="106669" tIns="53333" rIns="106669" bIns="53333" anchor="ctr"/>
          <a:lstStyle/>
          <a:p>
            <a:pPr>
              <a:defRPr/>
            </a:pPr>
            <a:endParaRPr lang="en-US" sz="9200" dirty="0"/>
          </a:p>
        </p:txBody>
      </p:sp>
      <p:grpSp>
        <p:nvGrpSpPr>
          <p:cNvPr id="2" name="Group 1"/>
          <p:cNvGrpSpPr/>
          <p:nvPr userDrawn="1"/>
        </p:nvGrpSpPr>
        <p:grpSpPr>
          <a:xfrm>
            <a:off x="-16308396" y="0"/>
            <a:ext cx="15712085" cy="28803600"/>
            <a:chOff x="-13978626" y="0"/>
            <a:chExt cx="13467502" cy="43891200"/>
          </a:xfrm>
        </p:grpSpPr>
        <p:sp>
          <p:nvSpPr>
            <p:cNvPr id="24" name="Rectangle 23"/>
            <p:cNvSpPr/>
            <p:nvPr/>
          </p:nvSpPr>
          <p:spPr>
            <a:xfrm>
              <a:off x="-13967561" y="0"/>
              <a:ext cx="13456437" cy="438912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771333" rtl="0" eaLnBrk="1" fontAlgn="auto" latinLnBrk="0" hangingPunct="1">
                <a:lnSpc>
                  <a:spcPct val="100000"/>
                </a:lnSpc>
                <a:spcBef>
                  <a:spcPts val="0"/>
                </a:spcBef>
                <a:spcAft>
                  <a:spcPts val="0"/>
                </a:spcAft>
                <a:buClrTx/>
                <a:buSzTx/>
                <a:buFontTx/>
                <a:buNone/>
                <a:tabLst/>
                <a:defRPr/>
              </a:pPr>
              <a:r>
                <a:rPr lang="en-US" sz="4667" b="1" spc="0" dirty="0">
                  <a:solidFill>
                    <a:srgbClr val="FF0000"/>
                  </a:solidFill>
                  <a:latin typeface="Trebuchet MS" pitchFamily="34" charset="0"/>
                </a:rPr>
                <a:t>(—THIS SIDEBAR DOES NOT PRINT—)</a:t>
              </a:r>
              <a:endParaRPr lang="en-US" sz="4667" b="1" spc="700" dirty="0">
                <a:solidFill>
                  <a:schemeClr val="bg1"/>
                </a:solidFill>
                <a:latin typeface="Trebuchet MS" pitchFamily="34" charset="0"/>
              </a:endParaRPr>
            </a:p>
            <a:p>
              <a:pPr algn="ctr"/>
              <a:r>
                <a:rPr lang="en-US" sz="5600" b="1" spc="700" dirty="0">
                  <a:solidFill>
                    <a:schemeClr val="bg1"/>
                  </a:solidFill>
                  <a:latin typeface="Trebuchet MS" pitchFamily="34" charset="0"/>
                </a:rPr>
                <a:t>DESIGN</a:t>
              </a:r>
              <a:r>
                <a:rPr lang="en-US" sz="5600" b="1" spc="700" baseline="0" dirty="0">
                  <a:solidFill>
                    <a:schemeClr val="bg1"/>
                  </a:solidFill>
                  <a:latin typeface="Trebuchet MS" pitchFamily="34" charset="0"/>
                </a:rPr>
                <a:t> </a:t>
              </a:r>
              <a:r>
                <a:rPr lang="en-US" sz="5600" b="1" spc="700" dirty="0">
                  <a:solidFill>
                    <a:schemeClr val="bg1"/>
                  </a:solidFill>
                  <a:latin typeface="Trebuchet MS" pitchFamily="34" charset="0"/>
                </a:rPr>
                <a:t>GUIDE</a:t>
              </a:r>
            </a:p>
            <a:p>
              <a:pPr algn="ctr"/>
              <a:endParaRPr lang="en-US" sz="4133" b="1" dirty="0">
                <a:latin typeface="Trebuchet MS" pitchFamily="34" charset="0"/>
              </a:endParaRPr>
            </a:p>
            <a:p>
              <a:pPr defTabSz="4393086"/>
              <a:r>
                <a:rPr lang="en-US" sz="4133" i="0" dirty="0">
                  <a:latin typeface="Trebuchet MS" pitchFamily="34" charset="0"/>
                </a:rPr>
                <a:t>This PowerPoint</a:t>
              </a:r>
              <a:r>
                <a:rPr lang="en-US" sz="4133" i="0" baseline="0" dirty="0">
                  <a:latin typeface="Trebuchet MS" pitchFamily="34" charset="0"/>
                </a:rPr>
                <a:t> </a:t>
              </a:r>
              <a:r>
                <a:rPr lang="en-US" sz="4133" i="0" dirty="0">
                  <a:latin typeface="Trebuchet MS" pitchFamily="34" charset="0"/>
                </a:rPr>
                <a:t>2007 template produces</a:t>
              </a:r>
              <a:r>
                <a:rPr lang="en-US" sz="4133" i="0" baseline="0" dirty="0">
                  <a:latin typeface="Trebuchet MS" pitchFamily="34" charset="0"/>
                </a:rPr>
                <a:t> </a:t>
              </a:r>
              <a:r>
                <a:rPr lang="en-US" sz="4133" i="0" dirty="0">
                  <a:latin typeface="Trebuchet MS" pitchFamily="34" charset="0"/>
                </a:rPr>
                <a:t>a 44”x44” presentation poster. </a:t>
              </a:r>
              <a:r>
                <a:rPr lang="en-US" sz="4133" dirty="0">
                  <a:latin typeface="Trebuchet MS" pitchFamily="34" charset="0"/>
                </a:rPr>
                <a:t>You</a:t>
              </a:r>
              <a:r>
                <a:rPr lang="en-US" sz="4133" baseline="0" dirty="0">
                  <a:latin typeface="Trebuchet MS" pitchFamily="34" charset="0"/>
                </a:rPr>
                <a:t> can u</a:t>
              </a:r>
              <a:r>
                <a:rPr lang="en-US" sz="4133" dirty="0">
                  <a:latin typeface="Trebuchet MS" pitchFamily="34" charset="0"/>
                </a:rPr>
                <a:t>se</a:t>
              </a:r>
              <a:r>
                <a:rPr lang="en-US" sz="4133" baseline="0" dirty="0">
                  <a:latin typeface="Trebuchet MS" pitchFamily="34" charset="0"/>
                </a:rPr>
                <a:t> it to create your research poster and </a:t>
              </a:r>
              <a:r>
                <a:rPr lang="en-US" sz="4133" dirty="0">
                  <a:latin typeface="Trebuchet MS" pitchFamily="34" charset="0"/>
                </a:rPr>
                <a:t>save valuable time placing titles, subtitles,</a:t>
              </a:r>
              <a:r>
                <a:rPr lang="en-US" sz="4133" baseline="0" dirty="0">
                  <a:latin typeface="Trebuchet MS" pitchFamily="34" charset="0"/>
                </a:rPr>
                <a:t> text, and graphics</a:t>
              </a:r>
              <a:r>
                <a:rPr lang="en-US" sz="4133" dirty="0">
                  <a:latin typeface="Trebuchet MS" pitchFamily="34" charset="0"/>
                </a:rPr>
                <a:t>. </a:t>
              </a:r>
            </a:p>
            <a:p>
              <a:pPr defTabSz="4393086"/>
              <a:endParaRPr lang="en-US" sz="4133" dirty="0">
                <a:latin typeface="Trebuchet MS" pitchFamily="34" charset="0"/>
              </a:endParaRPr>
            </a:p>
            <a:p>
              <a:pPr defTabSz="5120569"/>
              <a:r>
                <a:rPr lang="en-US" sz="4133" dirty="0">
                  <a:latin typeface="Trebuchet MS" pitchFamily="34" charset="0"/>
                </a:rPr>
                <a:t>We provide a series of online tutorials that will guide you through the poster design process and answer your poster production questions. To view our template tutorials, go online to </a:t>
              </a:r>
              <a:r>
                <a:rPr lang="en-US" sz="4133" b="1" dirty="0">
                  <a:solidFill>
                    <a:srgbClr val="FFC000"/>
                  </a:solidFill>
                  <a:latin typeface="Trebuchet MS" pitchFamily="34" charset="0"/>
                </a:rPr>
                <a:t>PosterPresentations.com</a:t>
              </a:r>
              <a:r>
                <a:rPr lang="en-US" sz="4133" b="1" dirty="0">
                  <a:solidFill>
                    <a:schemeClr val="bg1"/>
                  </a:solidFill>
                  <a:latin typeface="Trebuchet MS" pitchFamily="34" charset="0"/>
                </a:rPr>
                <a:t> </a:t>
              </a:r>
              <a:r>
                <a:rPr lang="en-US" sz="4133" dirty="0">
                  <a:solidFill>
                    <a:schemeClr val="bg1"/>
                  </a:solidFill>
                  <a:latin typeface="Trebuchet MS" pitchFamily="34" charset="0"/>
                </a:rPr>
                <a:t>and click on HELP DESK.</a:t>
              </a:r>
            </a:p>
            <a:p>
              <a:pPr defTabSz="5120569"/>
              <a:endParaRPr lang="en-US" sz="4133" dirty="0">
                <a:latin typeface="Trebuchet MS" pitchFamily="34" charset="0"/>
              </a:endParaRPr>
            </a:p>
            <a:p>
              <a:pPr defTabSz="5120569"/>
              <a:r>
                <a:rPr lang="en-US" sz="4133" dirty="0">
                  <a:solidFill>
                    <a:schemeClr val="bg1"/>
                  </a:solidFill>
                  <a:latin typeface="Trebuchet MS" pitchFamily="34" charset="0"/>
                </a:rPr>
                <a:t>When</a:t>
              </a:r>
              <a:r>
                <a:rPr lang="en-US" sz="4133" baseline="0" dirty="0">
                  <a:solidFill>
                    <a:schemeClr val="bg1"/>
                  </a:solidFill>
                  <a:latin typeface="Trebuchet MS" pitchFamily="34" charset="0"/>
                </a:rPr>
                <a:t> you are ready to print your poster</a:t>
              </a:r>
              <a:r>
                <a:rPr lang="en-US" sz="4133" dirty="0">
                  <a:solidFill>
                    <a:schemeClr val="bg1"/>
                  </a:solidFill>
                  <a:latin typeface="Trebuchet MS" pitchFamily="34" charset="0"/>
                </a:rPr>
                <a:t>,</a:t>
              </a:r>
              <a:r>
                <a:rPr lang="en-US" sz="4133" baseline="0" dirty="0">
                  <a:solidFill>
                    <a:schemeClr val="bg1"/>
                  </a:solidFill>
                  <a:latin typeface="Trebuchet MS" pitchFamily="34" charset="0"/>
                </a:rPr>
                <a:t> go online to </a:t>
              </a:r>
              <a:r>
                <a:rPr lang="en-US" sz="4133" b="0" dirty="0">
                  <a:solidFill>
                    <a:schemeClr val="bg1"/>
                  </a:solidFill>
                  <a:latin typeface="Trebuchet MS" pitchFamily="34" charset="0"/>
                </a:rPr>
                <a:t>PosterPresentations.com</a:t>
              </a:r>
              <a:br>
                <a:rPr lang="en-US" sz="4133" dirty="0">
                  <a:solidFill>
                    <a:schemeClr val="bg1"/>
                  </a:solidFill>
                  <a:latin typeface="Trebuchet MS" pitchFamily="34" charset="0"/>
                </a:rPr>
              </a:br>
              <a:endParaRPr lang="en-US" sz="4133" dirty="0">
                <a:solidFill>
                  <a:schemeClr val="bg1"/>
                </a:solidFill>
                <a:latin typeface="Trebuchet MS" pitchFamily="34" charset="0"/>
              </a:endParaRPr>
            </a:p>
            <a:p>
              <a:pPr algn="l" defTabSz="4393086"/>
              <a:r>
                <a:rPr lang="en-US" sz="4133" b="0" dirty="0">
                  <a:solidFill>
                    <a:schemeClr val="bg1"/>
                  </a:solidFill>
                  <a:latin typeface="Trebuchet MS" pitchFamily="34" charset="0"/>
                </a:rPr>
                <a:t>Need</a:t>
              </a:r>
              <a:r>
                <a:rPr lang="en-US" sz="4133" b="0" baseline="0" dirty="0">
                  <a:solidFill>
                    <a:schemeClr val="bg1"/>
                  </a:solidFill>
                  <a:latin typeface="Trebuchet MS" pitchFamily="34" charset="0"/>
                </a:rPr>
                <a:t> assistance? Call us at </a:t>
              </a:r>
              <a:r>
                <a:rPr lang="en-US" sz="4133" b="0" dirty="0">
                  <a:solidFill>
                    <a:srgbClr val="FFC000"/>
                  </a:solidFill>
                  <a:latin typeface="Trebuchet MS" pitchFamily="34" charset="0"/>
                </a:rPr>
                <a:t>1.510.649.3001</a:t>
              </a:r>
            </a:p>
            <a:p>
              <a:pPr algn="l" defTabSz="4393086"/>
              <a:endParaRPr lang="en-US" sz="5067" b="1" dirty="0">
                <a:solidFill>
                  <a:srgbClr val="FFFF00"/>
                </a:solidFill>
                <a:latin typeface="Trebuchet MS" pitchFamily="34" charset="0"/>
              </a:endParaRPr>
            </a:p>
            <a:p>
              <a:pPr algn="ctr"/>
              <a:endParaRPr lang="en-US" sz="3733" b="1" dirty="0">
                <a:solidFill>
                  <a:schemeClr val="bg1"/>
                </a:solidFill>
                <a:latin typeface="Trebuchet MS" pitchFamily="34" charset="0"/>
              </a:endParaRPr>
            </a:p>
            <a:p>
              <a:pPr algn="ctr"/>
              <a:r>
                <a:rPr lang="en-US" sz="5600" b="1" spc="700" dirty="0">
                  <a:solidFill>
                    <a:schemeClr val="bg1"/>
                  </a:solidFill>
                  <a:latin typeface="Trebuchet MS" pitchFamily="34" charset="0"/>
                </a:rPr>
                <a:t>QUICK START</a:t>
              </a:r>
            </a:p>
            <a:p>
              <a:pPr algn="ctr"/>
              <a:endParaRPr lang="en-US" sz="4667" b="1" baseline="0" dirty="0">
                <a:solidFill>
                  <a:schemeClr val="bg1"/>
                </a:solidFill>
                <a:latin typeface="Trebuchet MS" pitchFamily="34" charset="0"/>
              </a:endParaRPr>
            </a:p>
            <a:p>
              <a:pPr algn="ctr"/>
              <a:r>
                <a:rPr lang="en-US" sz="4667" b="1" baseline="0" dirty="0">
                  <a:solidFill>
                    <a:srgbClr val="FFC000"/>
                  </a:solidFill>
                  <a:latin typeface="Trebuchet MS" pitchFamily="34" charset="0"/>
                </a:rPr>
                <a:t>Zoom in and out</a:t>
              </a:r>
            </a:p>
            <a:p>
              <a:pPr marL="2750245" indent="-18521" algn="l" defTabSz="992681"/>
              <a:r>
                <a:rPr lang="en-US" sz="3733" b="0" baseline="0" dirty="0">
                  <a:solidFill>
                    <a:schemeClr val="bg1">
                      <a:lumMod val="75000"/>
                    </a:schemeClr>
                  </a:solidFill>
                  <a:latin typeface="Trebuchet MS" pitchFamily="34" charset="0"/>
                </a:rPr>
                <a:t>As you work on your poster zoom in and out to the level that is more comfortable to you. Go to VIEW &gt; ZOOM.</a:t>
              </a:r>
            </a:p>
            <a:p>
              <a:pPr algn="l"/>
              <a:endParaRPr lang="en-US" sz="4133" b="0" baseline="0" dirty="0">
                <a:solidFill>
                  <a:schemeClr val="bg1"/>
                </a:solidFill>
                <a:latin typeface="Trebuchet MS" pitchFamily="34" charset="0"/>
              </a:endParaRPr>
            </a:p>
            <a:p>
              <a:pPr algn="ctr"/>
              <a:r>
                <a:rPr lang="en-US" sz="4667" b="1" baseline="0" dirty="0">
                  <a:solidFill>
                    <a:srgbClr val="FFC000"/>
                  </a:solidFill>
                  <a:latin typeface="Trebuchet MS" pitchFamily="34" charset="0"/>
                </a:rPr>
                <a:t>Title, Authors, and Affiliations</a:t>
              </a:r>
            </a:p>
            <a:p>
              <a:pPr algn="l"/>
              <a:r>
                <a:rPr lang="en-US" sz="3733" b="0" baseline="0" dirty="0">
                  <a:solidFill>
                    <a:schemeClr val="bg1">
                      <a:lumMod val="75000"/>
                    </a:schemeClr>
                  </a:solidFill>
                  <a:latin typeface="Trebuchet MS" pitchFamily="34" charset="0"/>
                </a:rPr>
                <a:t>Start designing your poster by adding the title, the names of the authors, and the affiliated institutions. </a:t>
              </a:r>
              <a:r>
                <a:rPr lang="en-US" sz="3733"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3733" b="0" spc="0" baseline="0" dirty="0">
                <a:solidFill>
                  <a:schemeClr val="bg1">
                    <a:lumMod val="75000"/>
                  </a:schemeClr>
                </a:solidFill>
                <a:latin typeface="Trebuchet MS" pitchFamily="34" charset="0"/>
              </a:endParaRPr>
            </a:p>
            <a:p>
              <a:pPr algn="l"/>
              <a:r>
                <a:rPr lang="en-US" sz="3733" b="1" spc="349" baseline="0" dirty="0">
                  <a:solidFill>
                    <a:srgbClr val="FFC000"/>
                  </a:solidFill>
                  <a:latin typeface="Trebuchet MS" pitchFamily="34" charset="0"/>
                </a:rPr>
                <a:t>TIP</a:t>
              </a:r>
              <a:r>
                <a:rPr lang="en-US" sz="3733" b="1" baseline="0" dirty="0">
                  <a:solidFill>
                    <a:srgbClr val="FFC000"/>
                  </a:solidFill>
                  <a:latin typeface="Trebuchet MS" pitchFamily="34" charset="0"/>
                </a:rPr>
                <a:t>: </a:t>
              </a:r>
              <a:r>
                <a:rPr lang="en-US" sz="3733" b="0" baseline="0" dirty="0">
                  <a:solidFill>
                    <a:schemeClr val="bg1">
                      <a:lumMod val="75000"/>
                    </a:schemeClr>
                  </a:solidFill>
                  <a:latin typeface="Trebuchet MS" pitchFamily="34" charset="0"/>
                </a:rPr>
                <a:t>The font size of your title should be bigger than your name(s) and institution name(s).</a:t>
              </a:r>
            </a:p>
            <a:p>
              <a:pPr algn="l"/>
              <a:endParaRPr lang="en-US" sz="3733" b="0" baseline="0" dirty="0">
                <a:solidFill>
                  <a:schemeClr val="bg1">
                    <a:lumMod val="75000"/>
                  </a:schemeClr>
                </a:solidFill>
                <a:latin typeface="Trebuchet MS" pitchFamily="34" charset="0"/>
              </a:endParaRPr>
            </a:p>
            <a:p>
              <a:pPr algn="l"/>
              <a:br>
                <a:rPr lang="en-US" sz="4133" b="1" baseline="0" dirty="0">
                  <a:solidFill>
                    <a:schemeClr val="bg1"/>
                  </a:solidFill>
                  <a:latin typeface="Trebuchet MS" pitchFamily="34" charset="0"/>
                </a:rPr>
              </a:br>
              <a:endParaRPr lang="en-US" sz="4133" b="1" dirty="0">
                <a:solidFill>
                  <a:schemeClr val="bg1"/>
                </a:solidFill>
                <a:latin typeface="Trebuchet MS" pitchFamily="34" charset="0"/>
              </a:endParaRPr>
            </a:p>
            <a:p>
              <a:pPr algn="ctr"/>
              <a:endParaRPr lang="en-US" sz="4133" b="1" dirty="0">
                <a:solidFill>
                  <a:srgbClr val="FFC000"/>
                </a:solidFill>
                <a:latin typeface="Trebuchet MS" pitchFamily="34" charset="0"/>
              </a:endParaRPr>
            </a:p>
            <a:p>
              <a:pPr algn="ctr"/>
              <a:endParaRPr lang="en-US" sz="4133" b="1" dirty="0">
                <a:solidFill>
                  <a:srgbClr val="FFC000"/>
                </a:solidFill>
                <a:latin typeface="Trebuchet MS" pitchFamily="34" charset="0"/>
              </a:endParaRPr>
            </a:p>
            <a:p>
              <a:pPr algn="ctr"/>
              <a:r>
                <a:rPr lang="en-US" sz="4667" b="1" dirty="0">
                  <a:solidFill>
                    <a:srgbClr val="FFC000"/>
                  </a:solidFill>
                  <a:latin typeface="Trebuchet MS" pitchFamily="34" charset="0"/>
                </a:rPr>
                <a:t>Adding Logos</a:t>
              </a:r>
              <a:r>
                <a:rPr lang="en-US" sz="4667" b="1" baseline="0" dirty="0">
                  <a:solidFill>
                    <a:srgbClr val="FFC000"/>
                  </a:solidFill>
                  <a:latin typeface="Trebuchet MS" pitchFamily="34" charset="0"/>
                </a:rPr>
                <a:t> / Seals</a:t>
              </a:r>
            </a:p>
            <a:p>
              <a:pPr algn="l"/>
              <a:r>
                <a:rPr lang="en-US" sz="3733"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3733" b="0" spc="349" baseline="0" dirty="0">
                <a:solidFill>
                  <a:schemeClr val="bg1">
                    <a:lumMod val="75000"/>
                  </a:schemeClr>
                </a:solidFill>
                <a:latin typeface="Trebuchet MS" pitchFamily="34" charset="0"/>
              </a:endParaRPr>
            </a:p>
            <a:p>
              <a:pPr algn="l"/>
              <a:r>
                <a:rPr lang="en-US" sz="3733" b="1" spc="349" baseline="0" dirty="0">
                  <a:solidFill>
                    <a:srgbClr val="FFC000"/>
                  </a:solidFill>
                  <a:latin typeface="Trebuchet MS" pitchFamily="34" charset="0"/>
                </a:rPr>
                <a:t>TIP:</a:t>
              </a:r>
              <a:r>
                <a:rPr lang="en-US" sz="3733" b="1" spc="0" baseline="0" dirty="0">
                  <a:solidFill>
                    <a:srgbClr val="FFC000"/>
                  </a:solidFill>
                  <a:latin typeface="Trebuchet MS" pitchFamily="34" charset="0"/>
                </a:rPr>
                <a:t> </a:t>
              </a:r>
              <a:r>
                <a:rPr lang="en-US" sz="3733" b="0" baseline="0" dirty="0">
                  <a:solidFill>
                    <a:schemeClr val="bg1">
                      <a:lumMod val="75000"/>
                    </a:schemeClr>
                  </a:solidFill>
                  <a:latin typeface="Trebuchet MS" pitchFamily="34" charset="0"/>
                </a:rPr>
                <a:t>See if your school’s logo is available on our free poster templates page.</a:t>
              </a:r>
            </a:p>
            <a:p>
              <a:pPr algn="l"/>
              <a:endParaRPr lang="en-US" sz="3733" b="0" baseline="0" dirty="0">
                <a:latin typeface="Trebuchet MS" pitchFamily="34" charset="0"/>
              </a:endParaRPr>
            </a:p>
            <a:p>
              <a:pPr algn="ctr"/>
              <a:r>
                <a:rPr lang="en-US" sz="4667" b="1" baseline="0" dirty="0">
                  <a:solidFill>
                    <a:srgbClr val="FFC000"/>
                  </a:solidFill>
                  <a:latin typeface="Trebuchet MS" pitchFamily="34" charset="0"/>
                </a:rPr>
                <a:t>Photographs / Graphics</a:t>
              </a:r>
            </a:p>
            <a:p>
              <a:pPr algn="l" defTabSz="1140842"/>
              <a:r>
                <a:rPr lang="en-US" sz="3733"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3733" b="0" spc="0" baseline="0" dirty="0">
                  <a:solidFill>
                    <a:schemeClr val="bg1">
                      <a:lumMod val="75000"/>
                    </a:schemeClr>
                  </a:solidFill>
                  <a:latin typeface="Trebuchet MS" pitchFamily="34" charset="0"/>
                </a:rPr>
                <a:t>disproportionally.</a:t>
              </a:r>
            </a:p>
            <a:p>
              <a:pPr algn="l" defTabSz="1140842"/>
              <a:endParaRPr lang="en-US" sz="3733" b="0" baseline="0" dirty="0">
                <a:latin typeface="Trebuchet MS" pitchFamily="34" charset="0"/>
              </a:endParaRPr>
            </a:p>
            <a:p>
              <a:pPr algn="ctr"/>
              <a:endParaRPr lang="en-US" sz="4133" b="1" baseline="0" dirty="0">
                <a:solidFill>
                  <a:srgbClr val="FFC000"/>
                </a:solidFill>
                <a:latin typeface="Trebuchet MS" pitchFamily="34" charset="0"/>
              </a:endParaRPr>
            </a:p>
            <a:p>
              <a:pPr algn="ctr"/>
              <a:endParaRPr lang="en-US" sz="4133" b="1" baseline="0" dirty="0">
                <a:solidFill>
                  <a:srgbClr val="FFC000"/>
                </a:solidFill>
                <a:latin typeface="Trebuchet MS" pitchFamily="34" charset="0"/>
              </a:endParaRPr>
            </a:p>
            <a:p>
              <a:pPr algn="ctr"/>
              <a:endParaRPr lang="en-US" sz="4133" b="1" baseline="0" dirty="0">
                <a:solidFill>
                  <a:srgbClr val="FFC000"/>
                </a:solidFill>
                <a:latin typeface="Trebuchet MS" pitchFamily="34" charset="0"/>
              </a:endParaRPr>
            </a:p>
            <a:p>
              <a:pPr algn="ctr"/>
              <a:endParaRPr lang="en-US" sz="4133" b="1" baseline="0" dirty="0">
                <a:solidFill>
                  <a:srgbClr val="FFC000"/>
                </a:solidFill>
                <a:latin typeface="Trebuchet MS" pitchFamily="34" charset="0"/>
              </a:endParaRPr>
            </a:p>
            <a:p>
              <a:pPr algn="ctr"/>
              <a:endParaRPr lang="en-US" sz="4133" b="1" baseline="0" dirty="0">
                <a:solidFill>
                  <a:srgbClr val="FFC000"/>
                </a:solidFill>
                <a:latin typeface="Trebuchet MS" pitchFamily="34" charset="0"/>
              </a:endParaRPr>
            </a:p>
            <a:p>
              <a:pPr algn="ctr"/>
              <a:endParaRPr lang="en-US" sz="4133" b="1" baseline="0" dirty="0">
                <a:solidFill>
                  <a:srgbClr val="FFC000"/>
                </a:solidFill>
                <a:latin typeface="Trebuchet MS" pitchFamily="34" charset="0"/>
              </a:endParaRPr>
            </a:p>
            <a:p>
              <a:pPr algn="ctr"/>
              <a:endParaRPr lang="en-US" sz="4133" b="1" baseline="0" dirty="0">
                <a:solidFill>
                  <a:srgbClr val="FFC000"/>
                </a:solidFill>
                <a:latin typeface="Trebuchet MS" pitchFamily="34" charset="0"/>
              </a:endParaRPr>
            </a:p>
            <a:p>
              <a:pPr algn="ctr"/>
              <a:endParaRPr lang="en-US" sz="4133" b="1" baseline="0" dirty="0">
                <a:solidFill>
                  <a:srgbClr val="FFC000"/>
                </a:solidFill>
                <a:latin typeface="Trebuchet MS" pitchFamily="34" charset="0"/>
              </a:endParaRPr>
            </a:p>
            <a:p>
              <a:pPr algn="ctr"/>
              <a:endParaRPr lang="en-US" sz="4133" b="1" baseline="0" dirty="0">
                <a:solidFill>
                  <a:srgbClr val="FFC000"/>
                </a:solidFill>
                <a:latin typeface="Trebuchet MS" pitchFamily="34" charset="0"/>
              </a:endParaRPr>
            </a:p>
            <a:p>
              <a:pPr algn="ctr"/>
              <a:r>
                <a:rPr lang="en-US" sz="4667" b="1" baseline="0" dirty="0">
                  <a:solidFill>
                    <a:srgbClr val="FFC000"/>
                  </a:solidFill>
                  <a:latin typeface="Trebuchet MS" pitchFamily="34" charset="0"/>
                </a:rPr>
                <a:t>Image Quality Check</a:t>
              </a:r>
            </a:p>
            <a:p>
              <a:pPr lvl="0" algn="l" defTabSz="1140842"/>
              <a:r>
                <a:rPr lang="en-US" sz="3733" b="0" baseline="0" dirty="0">
                  <a:solidFill>
                    <a:schemeClr val="bg1">
                      <a:lumMod val="75000"/>
                    </a:schemeClr>
                  </a:solidFill>
                  <a:latin typeface="Trebuchet MS" pitchFamily="34" charset="0"/>
                </a:rPr>
                <a:t>Zoom in and look at your images at 100% magnification. If they look good they will print well. If they are blurry or pixelated, you will need to replace it with an image that is at a high-resolution.</a:t>
              </a:r>
              <a:endParaRPr lang="en-US" sz="4133" b="0" dirty="0">
                <a:latin typeface="Trebuchet MS" pitchFamily="34" charset="0"/>
              </a:endParaRPr>
            </a:p>
          </p:txBody>
        </p:sp>
        <p:cxnSp>
          <p:nvCxnSpPr>
            <p:cNvPr id="25" name="Straight Connector 24"/>
            <p:cNvCxnSpPr/>
            <p:nvPr/>
          </p:nvCxnSpPr>
          <p:spPr>
            <a:xfrm>
              <a:off x="-13978626" y="7495332"/>
              <a:ext cx="13444134" cy="4083"/>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26" name="Picture 25"/>
            <p:cNvPicPr>
              <a:picLocks noChangeAspect="1"/>
            </p:cNvPicPr>
            <p:nvPr userDrawn="1"/>
          </p:nvPicPr>
          <p:blipFill>
            <a:blip r:embed="rId3"/>
            <a:stretch>
              <a:fillRect/>
            </a:stretch>
          </p:blipFill>
          <p:spPr>
            <a:xfrm>
              <a:off x="-13531152" y="13393589"/>
              <a:ext cx="1952703" cy="1469032"/>
            </a:xfrm>
            <a:prstGeom prst="rect">
              <a:avLst/>
            </a:prstGeom>
          </p:spPr>
        </p:pic>
        <p:pic>
          <p:nvPicPr>
            <p:cNvPr id="30" name="Picture 29"/>
            <p:cNvPicPr>
              <a:picLocks noChangeAspect="1"/>
            </p:cNvPicPr>
            <p:nvPr userDrawn="1"/>
          </p:nvPicPr>
          <p:blipFill>
            <a:blip r:embed="rId4"/>
            <a:stretch>
              <a:fillRect/>
            </a:stretch>
          </p:blipFill>
          <p:spPr>
            <a:xfrm>
              <a:off x="-13386522" y="20257821"/>
              <a:ext cx="12206099" cy="1287728"/>
            </a:xfrm>
            <a:prstGeom prst="rect">
              <a:avLst/>
            </a:prstGeom>
          </p:spPr>
        </p:pic>
        <p:grpSp>
          <p:nvGrpSpPr>
            <p:cNvPr id="32" name="Group 31"/>
            <p:cNvGrpSpPr/>
            <p:nvPr userDrawn="1"/>
          </p:nvGrpSpPr>
          <p:grpSpPr>
            <a:xfrm>
              <a:off x="-12090394" y="32335939"/>
              <a:ext cx="9204778" cy="3256834"/>
              <a:chOff x="-4440600" y="12356268"/>
              <a:chExt cx="3470785" cy="1224269"/>
            </a:xfrm>
          </p:grpSpPr>
          <p:grpSp>
            <p:nvGrpSpPr>
              <p:cNvPr id="46" name="Group 45"/>
              <p:cNvGrpSpPr/>
              <p:nvPr userDrawn="1"/>
            </p:nvGrpSpPr>
            <p:grpSpPr>
              <a:xfrm>
                <a:off x="-2753668" y="12400491"/>
                <a:ext cx="624431" cy="1001186"/>
                <a:chOff x="-3921471" y="13037088"/>
                <a:chExt cx="779338" cy="1434694"/>
              </a:xfrm>
            </p:grpSpPr>
            <p:pic>
              <p:nvPicPr>
                <p:cNvPr id="52" name="Picture 51"/>
                <p:cNvPicPr>
                  <a:picLocks noChangeAspect="1"/>
                </p:cNvPicPr>
                <p:nvPr userDrawn="1"/>
              </p:nvPicPr>
              <p:blipFill>
                <a:blip r:embed="rId5"/>
                <a:stretch>
                  <a:fillRect/>
                </a:stretch>
              </p:blipFill>
              <p:spPr>
                <a:xfrm>
                  <a:off x="-3910934" y="13037088"/>
                  <a:ext cx="768801" cy="1090857"/>
                </a:xfrm>
                <a:prstGeom prst="rect">
                  <a:avLst/>
                </a:prstGeom>
              </p:spPr>
            </p:pic>
            <p:sp>
              <p:nvSpPr>
                <p:cNvPr id="53" name="TextBox 52"/>
                <p:cNvSpPr txBox="1"/>
                <p:nvPr userDrawn="1"/>
              </p:nvSpPr>
              <p:spPr>
                <a:xfrm>
                  <a:off x="-3921471" y="14033830"/>
                  <a:ext cx="779337" cy="437952"/>
                </a:xfrm>
                <a:prstGeom prst="rect">
                  <a:avLst/>
                </a:prstGeom>
                <a:solidFill>
                  <a:schemeClr val="accent1"/>
                </a:solidFill>
                <a:ln>
                  <a:noFill/>
                </a:ln>
              </p:spPr>
              <p:txBody>
                <a:bodyPr wrap="square" lIns="91440" tIns="91440" rIns="91440" bIns="91440" rtlCol="0">
                  <a:spAutoFit/>
                </a:bodyPr>
                <a:lstStyle/>
                <a:p>
                  <a:pPr algn="ctr"/>
                  <a:r>
                    <a:rPr lang="en-US" sz="2267" b="1" dirty="0">
                      <a:solidFill>
                        <a:schemeClr val="tx1"/>
                      </a:solidFill>
                    </a:rPr>
                    <a:t>ORIGINAL</a:t>
                  </a:r>
                </a:p>
              </p:txBody>
            </p:sp>
          </p:grpSp>
          <p:grpSp>
            <p:nvGrpSpPr>
              <p:cNvPr id="47" name="Group 46"/>
              <p:cNvGrpSpPr/>
              <p:nvPr userDrawn="1"/>
            </p:nvGrpSpPr>
            <p:grpSpPr>
              <a:xfrm>
                <a:off x="-2003333" y="12400495"/>
                <a:ext cx="1033518" cy="996924"/>
                <a:chOff x="-2880749" y="13041046"/>
                <a:chExt cx="1420279" cy="1369992"/>
              </a:xfrm>
            </p:grpSpPr>
            <p:pic>
              <p:nvPicPr>
                <p:cNvPr id="50" name="Picture 49"/>
                <p:cNvPicPr>
                  <a:picLocks noChangeAspect="1"/>
                </p:cNvPicPr>
                <p:nvPr userDrawn="1"/>
              </p:nvPicPr>
              <p:blipFill>
                <a:blip r:embed="rId5"/>
                <a:stretch>
                  <a:fillRect/>
                </a:stretch>
              </p:blipFill>
              <p:spPr>
                <a:xfrm>
                  <a:off x="-2880749" y="13041046"/>
                  <a:ext cx="1420279" cy="1029694"/>
                </a:xfrm>
                <a:prstGeom prst="rect">
                  <a:avLst/>
                </a:prstGeom>
              </p:spPr>
            </p:pic>
            <p:sp>
              <p:nvSpPr>
                <p:cNvPr id="51" name="TextBox 50"/>
                <p:cNvSpPr txBox="1"/>
                <p:nvPr userDrawn="1"/>
              </p:nvSpPr>
              <p:spPr>
                <a:xfrm>
                  <a:off x="-2880749" y="13991048"/>
                  <a:ext cx="1420279" cy="419990"/>
                </a:xfrm>
                <a:prstGeom prst="rect">
                  <a:avLst/>
                </a:prstGeom>
                <a:solidFill>
                  <a:srgbClr val="FF0000"/>
                </a:solidFill>
              </p:spPr>
              <p:txBody>
                <a:bodyPr wrap="square" lIns="457200" tIns="91440" rIns="457200" bIns="91440" rtlCol="0">
                  <a:spAutoFit/>
                </a:bodyPr>
                <a:lstStyle/>
                <a:p>
                  <a:pPr algn="ctr"/>
                  <a:r>
                    <a:rPr lang="en-US" sz="2267" b="1" dirty="0">
                      <a:solidFill>
                        <a:schemeClr val="bg1"/>
                      </a:solidFill>
                    </a:rPr>
                    <a:t>DISTORTED</a:t>
                  </a:r>
                  <a:endParaRPr lang="en-US" sz="12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40600" y="12356268"/>
                <a:ext cx="1098742" cy="847761"/>
              </a:xfrm>
              <a:prstGeom prst="rect">
                <a:avLst/>
              </a:prstGeom>
            </p:spPr>
          </p:pic>
          <p:sp>
            <p:nvSpPr>
              <p:cNvPr id="49" name="TextBox 48"/>
              <p:cNvSpPr txBox="1"/>
              <p:nvPr userDrawn="1"/>
            </p:nvSpPr>
            <p:spPr>
              <a:xfrm>
                <a:off x="-4410773" y="13116248"/>
                <a:ext cx="1035685" cy="464289"/>
              </a:xfrm>
              <a:prstGeom prst="rect">
                <a:avLst/>
              </a:prstGeom>
              <a:noFill/>
            </p:spPr>
            <p:txBody>
              <a:bodyPr wrap="square" lIns="457200" tIns="457200" rIns="457200" bIns="0" rtlCol="0">
                <a:spAutoFit/>
              </a:bodyPr>
              <a:lstStyle/>
              <a:p>
                <a:pPr algn="ctr"/>
                <a:r>
                  <a:rPr lang="en-US" sz="2267" dirty="0">
                    <a:solidFill>
                      <a:schemeClr val="bg1"/>
                    </a:solidFill>
                  </a:rPr>
                  <a:t>Corner</a:t>
                </a:r>
                <a:r>
                  <a:rPr lang="en-US" sz="2267" baseline="0" dirty="0">
                    <a:solidFill>
                      <a:schemeClr val="bg1"/>
                    </a:solidFill>
                  </a:rPr>
                  <a:t> handles</a:t>
                </a:r>
                <a:endParaRPr lang="en-US" sz="2267" dirty="0">
                  <a:solidFill>
                    <a:schemeClr val="bg1"/>
                  </a:solidFill>
                </a:endParaRPr>
              </a:p>
            </p:txBody>
          </p:sp>
        </p:grpSp>
        <p:grpSp>
          <p:nvGrpSpPr>
            <p:cNvPr id="37" name="Group 36"/>
            <p:cNvGrpSpPr/>
            <p:nvPr userDrawn="1"/>
          </p:nvGrpSpPr>
          <p:grpSpPr>
            <a:xfrm>
              <a:off x="-13047541" y="38908541"/>
              <a:ext cx="11552701" cy="2998418"/>
              <a:chOff x="-4784767" y="14609971"/>
              <a:chExt cx="4356100" cy="1127128"/>
            </a:xfrm>
          </p:grpSpPr>
          <p:graphicFrame>
            <p:nvGraphicFramePr>
              <p:cNvPr id="38" name="Object 37"/>
              <p:cNvGraphicFramePr>
                <a:graphicFrameLocks noChangeAspect="1"/>
              </p:cNvGraphicFramePr>
              <p:nvPr userDrawn="1">
                <p:extLst>
                  <p:ext uri="{D42A27DB-BD31-4B8C-83A1-F6EECF244321}">
                    <p14:modId xmlns:p14="http://schemas.microsoft.com/office/powerpoint/2010/main" val="3915392555"/>
                  </p:ext>
                </p:extLst>
              </p:nvPr>
            </p:nvGraphicFramePr>
            <p:xfrm>
              <a:off x="-4533347" y="14609976"/>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38" name="Object 37"/>
                          <p:cNvPicPr/>
                          <p:nvPr/>
                        </p:nvPicPr>
                        <p:blipFill>
                          <a:blip r:embed="rId8"/>
                          <a:stretch>
                            <a:fillRect/>
                          </a:stretch>
                        </p:blipFill>
                        <p:spPr>
                          <a:xfrm>
                            <a:off x="-4533347" y="14609976"/>
                            <a:ext cx="1828800" cy="1117600"/>
                          </a:xfrm>
                          <a:prstGeom prst="rect">
                            <a:avLst/>
                          </a:prstGeom>
                        </p:spPr>
                      </p:pic>
                    </p:oleObj>
                  </mc:Fallback>
                </mc:AlternateContent>
              </a:graphicData>
            </a:graphic>
          </p:graphicFrame>
          <p:graphicFrame>
            <p:nvGraphicFramePr>
              <p:cNvPr id="39" name="Object 38"/>
              <p:cNvGraphicFramePr>
                <a:graphicFrameLocks noChangeAspect="1"/>
              </p:cNvGraphicFramePr>
              <p:nvPr userDrawn="1">
                <p:extLst>
                  <p:ext uri="{D42A27DB-BD31-4B8C-83A1-F6EECF244321}">
                    <p14:modId xmlns:p14="http://schemas.microsoft.com/office/powerpoint/2010/main" val="2137524614"/>
                  </p:ext>
                </p:extLst>
              </p:nvPr>
            </p:nvGraphicFramePr>
            <p:xfrm>
              <a:off x="-2456641" y="14613669"/>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39" name="Object 38"/>
                          <p:cNvPicPr/>
                          <p:nvPr/>
                        </p:nvPicPr>
                        <p:blipFill>
                          <a:blip r:embed="rId10"/>
                          <a:stretch>
                            <a:fillRect/>
                          </a:stretch>
                        </p:blipFill>
                        <p:spPr>
                          <a:xfrm>
                            <a:off x="-2456641" y="14613669"/>
                            <a:ext cx="1828800" cy="1117600"/>
                          </a:xfrm>
                          <a:prstGeom prst="rect">
                            <a:avLst/>
                          </a:prstGeom>
                        </p:spPr>
                      </p:pic>
                    </p:oleObj>
                  </mc:Fallback>
                </mc:AlternateContent>
              </a:graphicData>
            </a:graphic>
          </p:graphicFrame>
          <p:sp>
            <p:nvSpPr>
              <p:cNvPr id="41" name="TextBox 40"/>
              <p:cNvSpPr txBox="1"/>
              <p:nvPr userDrawn="1"/>
            </p:nvSpPr>
            <p:spPr>
              <a:xfrm rot="16200000">
                <a:off x="-5235785" y="15060989"/>
                <a:ext cx="1117601" cy="215565"/>
              </a:xfrm>
              <a:prstGeom prst="rect">
                <a:avLst/>
              </a:prstGeom>
              <a:noFill/>
            </p:spPr>
            <p:txBody>
              <a:bodyPr wrap="square" lIns="91440" tIns="91440" rIns="91440" bIns="0" rtlCol="0">
                <a:spAutoFit/>
              </a:bodyPr>
              <a:lstStyle/>
              <a:p>
                <a:pPr algn="ctr"/>
                <a:r>
                  <a:rPr lang="en-US" sz="1867" dirty="0">
                    <a:solidFill>
                      <a:srgbClr val="92D050"/>
                    </a:solidFill>
                  </a:rPr>
                  <a:t>Good</a:t>
                </a:r>
                <a:r>
                  <a:rPr lang="en-US" sz="1867" baseline="0" dirty="0">
                    <a:solidFill>
                      <a:srgbClr val="92D050"/>
                    </a:solidFill>
                  </a:rPr>
                  <a:t> </a:t>
                </a:r>
                <a:r>
                  <a:rPr lang="en-US" sz="1867" baseline="0" dirty="0">
                    <a:solidFill>
                      <a:schemeClr val="bg1"/>
                    </a:solidFill>
                  </a:rPr>
                  <a:t>printing quality</a:t>
                </a:r>
                <a:endParaRPr lang="en-US" sz="1867" dirty="0">
                  <a:solidFill>
                    <a:schemeClr val="bg1"/>
                  </a:solidFill>
                </a:endParaRPr>
              </a:p>
            </p:txBody>
          </p:sp>
          <p:sp>
            <p:nvSpPr>
              <p:cNvPr id="45" name="TextBox 44"/>
              <p:cNvSpPr txBox="1"/>
              <p:nvPr userDrawn="1"/>
            </p:nvSpPr>
            <p:spPr>
              <a:xfrm rot="16200000">
                <a:off x="-1095250" y="15070516"/>
                <a:ext cx="1117601" cy="215565"/>
              </a:xfrm>
              <a:prstGeom prst="rect">
                <a:avLst/>
              </a:prstGeom>
              <a:noFill/>
            </p:spPr>
            <p:txBody>
              <a:bodyPr wrap="square" lIns="91440" tIns="91440" rIns="91440" bIns="0" rtlCol="0">
                <a:spAutoFit/>
              </a:bodyPr>
              <a:lstStyle/>
              <a:p>
                <a:pPr algn="ctr"/>
                <a:r>
                  <a:rPr lang="en-US" sz="1867" dirty="0">
                    <a:solidFill>
                      <a:srgbClr val="FF0000"/>
                    </a:solidFill>
                  </a:rPr>
                  <a:t>Bad </a:t>
                </a:r>
                <a:r>
                  <a:rPr lang="en-US" sz="1867" dirty="0">
                    <a:solidFill>
                      <a:schemeClr val="bg1"/>
                    </a:solidFill>
                  </a:rPr>
                  <a:t>printing quality</a:t>
                </a:r>
              </a:p>
            </p:txBody>
          </p:sp>
        </p:grpSp>
      </p:grpSp>
      <p:grpSp>
        <p:nvGrpSpPr>
          <p:cNvPr id="3" name="Group 2"/>
          <p:cNvGrpSpPr/>
          <p:nvPr userDrawn="1"/>
        </p:nvGrpSpPr>
        <p:grpSpPr>
          <a:xfrm>
            <a:off x="51802713" y="-3547"/>
            <a:ext cx="15769001" cy="29012444"/>
            <a:chOff x="44402324" y="-5404"/>
            <a:chExt cx="13516287" cy="44209438"/>
          </a:xfrm>
        </p:grpSpPr>
        <p:sp>
          <p:nvSpPr>
            <p:cNvPr id="55" name="Rectangle 54"/>
            <p:cNvSpPr/>
            <p:nvPr userDrawn="1"/>
          </p:nvSpPr>
          <p:spPr>
            <a:xfrm>
              <a:off x="44402324" y="-5404"/>
              <a:ext cx="13516287" cy="43896604"/>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5600" b="1" spc="700" dirty="0">
                  <a:solidFill>
                    <a:schemeClr val="bg1"/>
                  </a:solidFill>
                  <a:latin typeface="Trebuchet MS" pitchFamily="34" charset="0"/>
                </a:rPr>
                <a:t>QUICK START (cont.)</a:t>
              </a:r>
            </a:p>
            <a:p>
              <a:pPr algn="ctr"/>
              <a:endParaRPr lang="en-US" sz="5067" b="1" baseline="0" dirty="0">
                <a:solidFill>
                  <a:schemeClr val="bg1"/>
                </a:solidFill>
                <a:latin typeface="Trebuchet MS" pitchFamily="34" charset="0"/>
              </a:endParaRPr>
            </a:p>
            <a:p>
              <a:pPr algn="ctr"/>
              <a:r>
                <a:rPr lang="en-US" sz="4667" b="1" baseline="0" dirty="0">
                  <a:solidFill>
                    <a:srgbClr val="FFC000"/>
                  </a:solidFill>
                  <a:latin typeface="Trebuchet MS" pitchFamily="34" charset="0"/>
                </a:rPr>
                <a:t>How to change the template color theme</a:t>
              </a:r>
            </a:p>
            <a:p>
              <a:pPr marL="0" marR="0" lvl="2" indent="0" algn="l" defTabSz="133346" rtl="0" eaLnBrk="1" fontAlgn="auto" latinLnBrk="0" hangingPunct="1">
                <a:lnSpc>
                  <a:spcPct val="100000"/>
                </a:lnSpc>
                <a:spcBef>
                  <a:spcPts val="0"/>
                </a:spcBef>
                <a:spcAft>
                  <a:spcPts val="0"/>
                </a:spcAft>
                <a:buClrTx/>
                <a:buSzTx/>
                <a:buFontTx/>
                <a:buNone/>
                <a:tabLst/>
                <a:defRPr/>
              </a:pPr>
              <a:r>
                <a:rPr lang="en-US" sz="3733"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3733" b="0" spc="0" baseline="0" dirty="0">
                  <a:solidFill>
                    <a:schemeClr val="bg1">
                      <a:lumMod val="75000"/>
                    </a:schemeClr>
                  </a:solidFill>
                  <a:latin typeface="Trebuchet MS" pitchFamily="34" charset="0"/>
                </a:rPr>
                <a:t>also create your own color theme.</a:t>
              </a:r>
            </a:p>
            <a:p>
              <a:pPr marL="0" marR="0" lvl="2" indent="0" algn="l" defTabSz="133346" rtl="0" eaLnBrk="1" fontAlgn="auto" latinLnBrk="0" hangingPunct="1">
                <a:lnSpc>
                  <a:spcPct val="100000"/>
                </a:lnSpc>
                <a:spcBef>
                  <a:spcPts val="0"/>
                </a:spcBef>
                <a:spcAft>
                  <a:spcPts val="0"/>
                </a:spcAft>
                <a:buClrTx/>
                <a:buSzTx/>
                <a:buFontTx/>
                <a:buNone/>
                <a:tabLst/>
                <a:defRPr/>
              </a:pPr>
              <a:endParaRPr lang="en-US" sz="3733" b="0" baseline="0" dirty="0">
                <a:solidFill>
                  <a:schemeClr val="bg1">
                    <a:lumMod val="75000"/>
                  </a:schemeClr>
                </a:solidFill>
                <a:latin typeface="Trebuchet MS" pitchFamily="34" charset="0"/>
              </a:endParaRPr>
            </a:p>
            <a:p>
              <a:pPr marL="0" indent="0" algn="l" defTabSz="133346"/>
              <a:endParaRPr lang="en-US" sz="3733" b="0" baseline="0" dirty="0">
                <a:solidFill>
                  <a:schemeClr val="bg1">
                    <a:lumMod val="75000"/>
                  </a:schemeClr>
                </a:solidFill>
                <a:latin typeface="Trebuchet MS" pitchFamily="34" charset="0"/>
              </a:endParaRPr>
            </a:p>
            <a:p>
              <a:pPr marL="0" indent="0" algn="l" defTabSz="133346"/>
              <a:endParaRPr lang="en-US" sz="3733" b="0" baseline="0" dirty="0">
                <a:solidFill>
                  <a:schemeClr val="bg1">
                    <a:lumMod val="75000"/>
                  </a:schemeClr>
                </a:solidFill>
                <a:latin typeface="Trebuchet MS" pitchFamily="34" charset="0"/>
              </a:endParaRPr>
            </a:p>
            <a:p>
              <a:pPr marL="0" indent="0" algn="l" defTabSz="133346"/>
              <a:endParaRPr lang="en-US" sz="3733" b="0" baseline="0" dirty="0">
                <a:solidFill>
                  <a:schemeClr val="bg1">
                    <a:lumMod val="75000"/>
                  </a:schemeClr>
                </a:solidFill>
                <a:latin typeface="Trebuchet MS" pitchFamily="34" charset="0"/>
              </a:endParaRPr>
            </a:p>
            <a:p>
              <a:pPr marL="0" indent="0" algn="l" defTabSz="133346"/>
              <a:endParaRPr lang="en-US" sz="3733" b="0" baseline="0" dirty="0">
                <a:solidFill>
                  <a:schemeClr val="bg1">
                    <a:lumMod val="75000"/>
                  </a:schemeClr>
                </a:solidFill>
                <a:latin typeface="Trebuchet MS" pitchFamily="34" charset="0"/>
              </a:endParaRPr>
            </a:p>
            <a:p>
              <a:pPr marL="0" indent="0" algn="l" defTabSz="133346"/>
              <a:endParaRPr lang="en-US" sz="3733" b="0" baseline="0" dirty="0">
                <a:solidFill>
                  <a:schemeClr val="bg1">
                    <a:lumMod val="75000"/>
                  </a:schemeClr>
                </a:solidFill>
                <a:latin typeface="Trebuchet MS" pitchFamily="34" charset="0"/>
              </a:endParaRPr>
            </a:p>
            <a:p>
              <a:pPr marL="0" indent="0" algn="l" defTabSz="133346"/>
              <a:endParaRPr lang="en-US" sz="3733" b="0" baseline="0" dirty="0">
                <a:solidFill>
                  <a:schemeClr val="bg1">
                    <a:lumMod val="75000"/>
                  </a:schemeClr>
                </a:solidFill>
                <a:latin typeface="Trebuchet MS" pitchFamily="34" charset="0"/>
              </a:endParaRPr>
            </a:p>
            <a:p>
              <a:pPr marL="0" indent="0" algn="l" defTabSz="133346"/>
              <a:endParaRPr lang="en-US" sz="3733" b="0" baseline="0" dirty="0">
                <a:solidFill>
                  <a:schemeClr val="bg1">
                    <a:lumMod val="75000"/>
                  </a:schemeClr>
                </a:solidFill>
                <a:latin typeface="Trebuchet MS" pitchFamily="34" charset="0"/>
              </a:endParaRPr>
            </a:p>
            <a:p>
              <a:pPr marL="0" indent="0" algn="l" defTabSz="133346"/>
              <a:endParaRPr lang="en-US" sz="3733" b="0" baseline="0" dirty="0">
                <a:solidFill>
                  <a:schemeClr val="bg1">
                    <a:lumMod val="75000"/>
                  </a:schemeClr>
                </a:solidFill>
                <a:latin typeface="Trebuchet MS" pitchFamily="34" charset="0"/>
              </a:endParaRPr>
            </a:p>
            <a:p>
              <a:pPr marL="0" indent="0" algn="l" defTabSz="133346"/>
              <a:r>
                <a:rPr lang="en-US" sz="3733"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33346"/>
              <a:endParaRPr lang="en-US" sz="3733" b="0" baseline="0" dirty="0">
                <a:solidFill>
                  <a:schemeClr val="bg1">
                    <a:lumMod val="75000"/>
                  </a:schemeClr>
                </a:solidFill>
                <a:latin typeface="Trebuchet MS" pitchFamily="34" charset="0"/>
              </a:endParaRPr>
            </a:p>
            <a:p>
              <a:pPr algn="ctr"/>
              <a:r>
                <a:rPr lang="en-US" sz="4667" b="1" baseline="0" dirty="0">
                  <a:solidFill>
                    <a:srgbClr val="FFC000"/>
                  </a:solidFill>
                  <a:latin typeface="Trebuchet MS" pitchFamily="34" charset="0"/>
                </a:rPr>
                <a:t>How to add Text</a:t>
              </a:r>
            </a:p>
            <a:p>
              <a:pPr marL="4717086" lvl="2" indent="0" algn="l" defTabSz="166682"/>
              <a:r>
                <a:rPr lang="en-US" sz="3733"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771333" lvl="2" indent="0" algn="l" defTabSz="133346"/>
              <a:endParaRPr lang="en-US" sz="3733" b="0" baseline="0" dirty="0">
                <a:solidFill>
                  <a:schemeClr val="bg1">
                    <a:lumMod val="75000"/>
                  </a:schemeClr>
                </a:solidFill>
                <a:latin typeface="Trebuchet MS" pitchFamily="34" charset="0"/>
              </a:endParaRPr>
            </a:p>
            <a:p>
              <a:pPr marL="0" marR="0" lvl="0" indent="0" algn="ctr" defTabSz="1771333" rtl="0" eaLnBrk="1" fontAlgn="auto" latinLnBrk="0" hangingPunct="1">
                <a:lnSpc>
                  <a:spcPct val="100000"/>
                </a:lnSpc>
                <a:spcBef>
                  <a:spcPts val="0"/>
                </a:spcBef>
                <a:spcAft>
                  <a:spcPts val="0"/>
                </a:spcAft>
                <a:buClrTx/>
                <a:buSzTx/>
                <a:buFontTx/>
                <a:buNone/>
                <a:tabLst/>
                <a:defRPr/>
              </a:pPr>
              <a:r>
                <a:rPr lang="en-US" sz="3733" b="0" baseline="0" dirty="0">
                  <a:solidFill>
                    <a:schemeClr val="bg1">
                      <a:lumMod val="75000"/>
                    </a:schemeClr>
                  </a:solidFill>
                  <a:latin typeface="Trebuchet MS" pitchFamily="34" charset="0"/>
                </a:rPr>
                <a:t> </a:t>
              </a:r>
              <a:r>
                <a:rPr kumimoji="0" lang="en-US" sz="4667"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33346" rtl="0" eaLnBrk="1" fontAlgn="auto" latinLnBrk="0" hangingPunct="1">
                <a:lnSpc>
                  <a:spcPct val="100000"/>
                </a:lnSpc>
                <a:spcBef>
                  <a:spcPts val="0"/>
                </a:spcBef>
                <a:spcAft>
                  <a:spcPts val="0"/>
                </a:spcAft>
                <a:buClrTx/>
                <a:buSzTx/>
                <a:buFontTx/>
                <a:buNone/>
                <a:tabLst/>
                <a:defRPr/>
              </a:pPr>
              <a:r>
                <a:rPr kumimoji="0" lang="en-US" sz="3733"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3733" b="0" baseline="0" dirty="0">
                <a:solidFill>
                  <a:schemeClr val="bg1">
                    <a:lumMod val="75000"/>
                  </a:schemeClr>
                </a:solidFill>
                <a:latin typeface="Trebuchet MS" pitchFamily="34" charset="0"/>
              </a:endParaRPr>
            </a:p>
            <a:p>
              <a:pPr marL="1771333" lvl="2" indent="0" algn="l" defTabSz="133346"/>
              <a:endParaRPr lang="en-US" sz="3733" b="0" baseline="0" dirty="0">
                <a:solidFill>
                  <a:schemeClr val="bg1">
                    <a:lumMod val="75000"/>
                  </a:schemeClr>
                </a:solidFill>
                <a:latin typeface="Trebuchet MS" pitchFamily="34" charset="0"/>
              </a:endParaRPr>
            </a:p>
            <a:p>
              <a:pPr algn="ctr"/>
              <a:r>
                <a:rPr lang="en-US" sz="4667" b="1" baseline="0" dirty="0">
                  <a:solidFill>
                    <a:srgbClr val="FFC000"/>
                  </a:solidFill>
                  <a:latin typeface="Trebuchet MS" pitchFamily="34" charset="0"/>
                </a:rPr>
                <a:t>How to add Tables</a:t>
              </a:r>
            </a:p>
            <a:p>
              <a:pPr marL="2415029" lvl="1" indent="0" algn="l" defTabSz="133346"/>
              <a:r>
                <a:rPr lang="en-US" sz="3733" b="0" baseline="0" dirty="0">
                  <a:solidFill>
                    <a:schemeClr val="bg1">
                      <a:lumMod val="75000"/>
                    </a:schemeClr>
                  </a:solidFill>
                  <a:latin typeface="Trebuchet MS" pitchFamily="34" charset="0"/>
                </a:rPr>
                <a:t>To add a table from scratch go to the INSERT menu and </a:t>
              </a:r>
              <a:br>
                <a:rPr lang="en-US" sz="3733" b="0" baseline="0" dirty="0">
                  <a:solidFill>
                    <a:schemeClr val="bg1">
                      <a:lumMod val="75000"/>
                    </a:schemeClr>
                  </a:solidFill>
                  <a:latin typeface="Trebuchet MS" pitchFamily="34" charset="0"/>
                </a:rPr>
              </a:br>
              <a:r>
                <a:rPr lang="en-US" sz="3733" b="0" baseline="0" dirty="0">
                  <a:solidFill>
                    <a:schemeClr val="bg1">
                      <a:lumMod val="75000"/>
                    </a:schemeClr>
                  </a:solidFill>
                  <a:latin typeface="Trebuchet MS" pitchFamily="34" charset="0"/>
                </a:rPr>
                <a:t>click on TABLE. A drop-down box will help you select rows and columns. </a:t>
              </a:r>
            </a:p>
            <a:p>
              <a:pPr marL="2470590" lvl="0" indent="0" algn="l" defTabSz="133346"/>
              <a:r>
                <a:rPr lang="en-US" sz="3733"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33346"/>
              <a:endParaRPr lang="en-US" sz="3733" b="0" baseline="0" dirty="0">
                <a:solidFill>
                  <a:schemeClr val="bg1">
                    <a:lumMod val="75000"/>
                  </a:schemeClr>
                </a:solidFill>
                <a:latin typeface="Trebuchet MS" pitchFamily="34" charset="0"/>
              </a:endParaRPr>
            </a:p>
            <a:p>
              <a:pPr marL="0" marR="0" lvl="0" indent="0" algn="ctr" defTabSz="1771333" rtl="0" eaLnBrk="1" fontAlgn="auto" latinLnBrk="0" hangingPunct="1">
                <a:lnSpc>
                  <a:spcPct val="100000"/>
                </a:lnSpc>
                <a:spcBef>
                  <a:spcPts val="0"/>
                </a:spcBef>
                <a:spcAft>
                  <a:spcPts val="0"/>
                </a:spcAft>
                <a:buClrTx/>
                <a:buSzTx/>
                <a:buFontTx/>
                <a:buNone/>
                <a:tabLst/>
                <a:defRPr/>
              </a:pPr>
              <a:r>
                <a:rPr kumimoji="0" lang="en-US" sz="4667"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33346" rtl="0" eaLnBrk="1" fontAlgn="auto" latinLnBrk="0" hangingPunct="1">
                <a:lnSpc>
                  <a:spcPct val="100000"/>
                </a:lnSpc>
                <a:spcBef>
                  <a:spcPts val="0"/>
                </a:spcBef>
                <a:spcAft>
                  <a:spcPts val="0"/>
                </a:spcAft>
                <a:buClrTx/>
                <a:buSzTx/>
                <a:buFontTx/>
                <a:buNone/>
                <a:tabLst/>
                <a:defRPr/>
              </a:pPr>
              <a:r>
                <a:rPr kumimoji="0" lang="en-US" sz="3733"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33346"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771333" rtl="0" eaLnBrk="1" fontAlgn="auto" latinLnBrk="0" hangingPunct="1">
                <a:lnSpc>
                  <a:spcPct val="100000"/>
                </a:lnSpc>
                <a:spcBef>
                  <a:spcPts val="0"/>
                </a:spcBef>
                <a:spcAft>
                  <a:spcPts val="0"/>
                </a:spcAft>
                <a:buClrTx/>
                <a:buSzTx/>
                <a:buFontTx/>
                <a:buNone/>
                <a:tabLst/>
                <a:defRPr/>
              </a:pPr>
              <a:r>
                <a:rPr kumimoji="0" lang="en-US" sz="4667"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33346" rtl="0" eaLnBrk="1" fontAlgn="auto" latinLnBrk="0" hangingPunct="1">
                <a:lnSpc>
                  <a:spcPct val="100000"/>
                </a:lnSpc>
                <a:spcBef>
                  <a:spcPts val="0"/>
                </a:spcBef>
                <a:spcAft>
                  <a:spcPts val="0"/>
                </a:spcAft>
                <a:buClrTx/>
                <a:buSzTx/>
                <a:buFontTx/>
                <a:buNone/>
                <a:tabLst/>
                <a:defRPr/>
              </a:pPr>
              <a:r>
                <a:rPr kumimoji="0" lang="en-US" sz="3733"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771333" rtl="0" eaLnBrk="1" fontAlgn="auto" latinLnBrk="0" hangingPunct="1">
                <a:lnSpc>
                  <a:spcPct val="100000"/>
                </a:lnSpc>
                <a:spcBef>
                  <a:spcPts val="0"/>
                </a:spcBef>
                <a:spcAft>
                  <a:spcPts val="0"/>
                </a:spcAft>
                <a:buClrTx/>
                <a:buSzTx/>
                <a:buFontTx/>
                <a:buNone/>
                <a:tabLst/>
                <a:defRPr/>
              </a:pPr>
              <a:endParaRPr kumimoji="0" lang="en-US" sz="4667"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771333" rtl="0" eaLnBrk="1" fontAlgn="auto" latinLnBrk="0" hangingPunct="1">
                <a:lnSpc>
                  <a:spcPct val="100000"/>
                </a:lnSpc>
                <a:spcBef>
                  <a:spcPts val="0"/>
                </a:spcBef>
                <a:spcAft>
                  <a:spcPts val="0"/>
                </a:spcAft>
                <a:buClrTx/>
                <a:buSzTx/>
                <a:buFontTx/>
                <a:buNone/>
                <a:tabLst/>
                <a:defRPr/>
              </a:pPr>
              <a:r>
                <a:rPr kumimoji="0" lang="en-US" sz="4667"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33346" rtl="0" eaLnBrk="1" fontAlgn="auto" latinLnBrk="0" hangingPunct="1">
                <a:lnSpc>
                  <a:spcPct val="100000"/>
                </a:lnSpc>
                <a:spcBef>
                  <a:spcPts val="0"/>
                </a:spcBef>
                <a:spcAft>
                  <a:spcPts val="0"/>
                </a:spcAft>
                <a:buClrTx/>
                <a:buSzTx/>
                <a:buFontTx/>
                <a:buNone/>
                <a:tabLst/>
                <a:defRPr/>
              </a:pPr>
              <a:r>
                <a:rPr kumimoji="0" lang="en-US" sz="3733"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33346"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771333" rtl="0" eaLnBrk="1" fontAlgn="auto" latinLnBrk="0" hangingPunct="1">
                <a:lnSpc>
                  <a:spcPct val="100000"/>
                </a:lnSpc>
                <a:spcBef>
                  <a:spcPts val="0"/>
                </a:spcBef>
                <a:spcAft>
                  <a:spcPts val="0"/>
                </a:spcAft>
                <a:buClrTx/>
                <a:buSzTx/>
                <a:buFontTx/>
                <a:buNone/>
                <a:tabLst/>
                <a:defRPr/>
              </a:pPr>
              <a:r>
                <a:rPr kumimoji="0" lang="en-US" sz="4667"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33346" rtl="0" eaLnBrk="1" fontAlgn="auto" latinLnBrk="0" hangingPunct="1">
                <a:lnSpc>
                  <a:spcPct val="100000"/>
                </a:lnSpc>
                <a:spcBef>
                  <a:spcPts val="0"/>
                </a:spcBef>
                <a:spcAft>
                  <a:spcPts val="0"/>
                </a:spcAft>
                <a:buClrTx/>
                <a:buSzTx/>
                <a:buFontTx/>
                <a:buNone/>
                <a:tabLst/>
                <a:defRPr/>
              </a:pPr>
              <a:r>
                <a:rPr kumimoji="0" lang="en-US" sz="3733"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of “Print-quality” PDF.</a:t>
              </a:r>
            </a:p>
            <a:p>
              <a:pPr marL="0" marR="0" lvl="0" indent="0" algn="l" defTabSz="133346" rtl="0" eaLnBrk="1" fontAlgn="auto" latinLnBrk="0" hangingPunct="1">
                <a:lnSpc>
                  <a:spcPct val="100000"/>
                </a:lnSpc>
                <a:spcBef>
                  <a:spcPts val="0"/>
                </a:spcBef>
                <a:spcAft>
                  <a:spcPts val="0"/>
                </a:spcAft>
                <a:buClrTx/>
                <a:buSzTx/>
                <a:buFontTx/>
                <a:buNone/>
                <a:tabLst/>
                <a:defRPr/>
              </a:pPr>
              <a:endParaRPr lang="en-US" sz="3733" b="0" baseline="0" dirty="0">
                <a:solidFill>
                  <a:schemeClr val="bg1">
                    <a:lumMod val="75000"/>
                  </a:schemeClr>
                </a:solidFill>
                <a:latin typeface="Trebuchet MS" pitchFamily="34" charset="0"/>
              </a:endParaRPr>
            </a:p>
            <a:p>
              <a:pPr marL="0" marR="0" lvl="0" indent="0" algn="ctr" defTabSz="1771333" rtl="0" eaLnBrk="1" fontAlgn="auto" latinLnBrk="0" hangingPunct="1">
                <a:lnSpc>
                  <a:spcPct val="100000"/>
                </a:lnSpc>
                <a:spcBef>
                  <a:spcPts val="0"/>
                </a:spcBef>
                <a:spcAft>
                  <a:spcPts val="0"/>
                </a:spcAft>
                <a:buClrTx/>
                <a:buSzTx/>
                <a:buFontTx/>
                <a:buNone/>
                <a:tabLst/>
                <a:defRPr/>
              </a:pPr>
              <a:r>
                <a:rPr kumimoji="0" lang="en-US" sz="4667"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33346" rtl="0" eaLnBrk="1" fontAlgn="auto" latinLnBrk="0" hangingPunct="1">
                <a:lnSpc>
                  <a:spcPct val="100000"/>
                </a:lnSpc>
                <a:spcBef>
                  <a:spcPts val="0"/>
                </a:spcBef>
                <a:spcAft>
                  <a:spcPts val="0"/>
                </a:spcAft>
                <a:buClrTx/>
                <a:buSzTx/>
                <a:buFontTx/>
                <a:buNone/>
                <a:tabLst/>
                <a:defRPr/>
              </a:pPr>
              <a:r>
                <a:rPr kumimoji="0" lang="en-US" sz="3733"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33346" rtl="0" eaLnBrk="1" fontAlgn="auto" latinLnBrk="0" hangingPunct="1">
                <a:lnSpc>
                  <a:spcPct val="100000"/>
                </a:lnSpc>
                <a:spcBef>
                  <a:spcPts val="0"/>
                </a:spcBef>
                <a:spcAft>
                  <a:spcPts val="0"/>
                </a:spcAft>
                <a:buClrTx/>
                <a:buSzTx/>
                <a:buFontTx/>
                <a:buNone/>
                <a:tabLst/>
                <a:defRPr/>
              </a:pPr>
              <a:endParaRPr kumimoji="0" lang="en-US" sz="3333"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291549384"/>
                </p:ext>
              </p:extLst>
            </p:nvPr>
          </p:nvGraphicFramePr>
          <p:xfrm>
            <a:off x="47717694" y="4656250"/>
            <a:ext cx="6825444" cy="252162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56" name="Object 55"/>
                        <p:cNvPicPr/>
                        <p:nvPr/>
                      </p:nvPicPr>
                      <p:blipFill>
                        <a:blip r:embed="rId12"/>
                        <a:stretch>
                          <a:fillRect/>
                        </a:stretch>
                      </p:blipFill>
                      <p:spPr>
                        <a:xfrm>
                          <a:off x="47717694" y="4656250"/>
                          <a:ext cx="6825444" cy="252162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804763" y="10986440"/>
              <a:ext cx="3628390" cy="1674641"/>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913105229"/>
                </p:ext>
              </p:extLst>
            </p:nvPr>
          </p:nvGraphicFramePr>
          <p:xfrm>
            <a:off x="44804763" y="17182847"/>
            <a:ext cx="1811108" cy="1212274"/>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58" name="Object 57"/>
                        <p:cNvPicPr/>
                        <p:nvPr/>
                      </p:nvPicPr>
                      <p:blipFill>
                        <a:blip r:embed="rId15"/>
                        <a:stretch>
                          <a:fillRect/>
                        </a:stretch>
                      </p:blipFill>
                      <p:spPr>
                        <a:xfrm>
                          <a:off x="44804763" y="17182847"/>
                          <a:ext cx="1811108" cy="1212274"/>
                        </a:xfrm>
                        <a:prstGeom prst="rect">
                          <a:avLst/>
                        </a:prstGeom>
                      </p:spPr>
                    </p:pic>
                  </p:oleObj>
                </mc:Fallback>
              </mc:AlternateContent>
            </a:graphicData>
          </a:graphic>
        </p:graphicFrame>
        <p:grpSp>
          <p:nvGrpSpPr>
            <p:cNvPr id="59" name="Group 58"/>
            <p:cNvGrpSpPr/>
            <p:nvPr userDrawn="1"/>
          </p:nvGrpSpPr>
          <p:grpSpPr>
            <a:xfrm>
              <a:off x="44804763" y="39613961"/>
              <a:ext cx="12651307" cy="1723162"/>
              <a:chOff x="44200453" y="28362386"/>
              <a:chExt cx="9771399" cy="1215295"/>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200"/>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1025376"/>
              </a:xfrm>
              <a:prstGeom prst="rect">
                <a:avLst/>
              </a:prstGeom>
              <a:noFill/>
              <a:ln>
                <a:noFill/>
              </a:ln>
            </p:spPr>
            <p:txBody>
              <a:bodyPr wrap="square" rtlCol="0">
                <a:spAutoFit/>
              </a:bodyPr>
              <a:lstStyle/>
              <a:p>
                <a:r>
                  <a:rPr lang="en-US" sz="2800" dirty="0">
                    <a:solidFill>
                      <a:schemeClr val="tx2"/>
                    </a:solidFill>
                    <a:latin typeface="Trebuchet MS" pitchFamily="34" charset="0"/>
                  </a:rPr>
                  <a:t>Student</a:t>
                </a:r>
                <a:r>
                  <a:rPr lang="en-US" sz="2800" baseline="0" dirty="0">
                    <a:solidFill>
                      <a:schemeClr val="tx2"/>
                    </a:solidFill>
                    <a:latin typeface="Trebuchet MS" pitchFamily="34" charset="0"/>
                  </a:rPr>
                  <a:t> discounts are available on our </a:t>
                </a:r>
                <a:r>
                  <a:rPr lang="en-US" sz="2800" baseline="0" dirty="0" err="1">
                    <a:solidFill>
                      <a:schemeClr val="tx2"/>
                    </a:solidFill>
                    <a:latin typeface="Trebuchet MS" pitchFamily="34" charset="0"/>
                  </a:rPr>
                  <a:t>Facebook</a:t>
                </a:r>
                <a:r>
                  <a:rPr lang="en-US" sz="2800" baseline="0" dirty="0">
                    <a:solidFill>
                      <a:schemeClr val="tx2"/>
                    </a:solidFill>
                    <a:latin typeface="Trebuchet MS" pitchFamily="34" charset="0"/>
                  </a:rPr>
                  <a:t> page.</a:t>
                </a:r>
                <a:br>
                  <a:rPr lang="en-US" sz="2800" baseline="0" dirty="0">
                    <a:solidFill>
                      <a:schemeClr val="tx2"/>
                    </a:solidFill>
                    <a:latin typeface="Trebuchet MS" pitchFamily="34" charset="0"/>
                  </a:rPr>
                </a:br>
                <a:r>
                  <a:rPr lang="en-US" sz="2800" baseline="0" dirty="0">
                    <a:solidFill>
                      <a:schemeClr val="tx2"/>
                    </a:solidFill>
                    <a:latin typeface="Trebuchet MS" pitchFamily="34" charset="0"/>
                  </a:rPr>
                  <a:t>Go to </a:t>
                </a:r>
                <a:r>
                  <a:rPr lang="en-US" sz="2800" u="sng" baseline="0" dirty="0">
                    <a:solidFill>
                      <a:schemeClr val="tx2"/>
                    </a:solidFill>
                    <a:latin typeface="Trebuchet MS" pitchFamily="34" charset="0"/>
                  </a:rPr>
                  <a:t>PosterPresentations.com</a:t>
                </a:r>
                <a:r>
                  <a:rPr lang="en-US" sz="2800" baseline="0" dirty="0">
                    <a:solidFill>
                      <a:schemeClr val="tx2"/>
                    </a:solidFill>
                    <a:latin typeface="Trebuchet MS" pitchFamily="34" charset="0"/>
                  </a:rPr>
                  <a:t> and click on the FB icon. </a:t>
                </a:r>
                <a:endParaRPr lang="en-US" sz="2800" dirty="0">
                  <a:solidFill>
                    <a:schemeClr val="tx2"/>
                  </a:solidFill>
                  <a:latin typeface="Trebuchet MS" pitchFamily="34" charset="0"/>
                </a:endParaRPr>
              </a:p>
            </p:txBody>
          </p:sp>
        </p:grpSp>
        <p:sp>
          <p:nvSpPr>
            <p:cNvPr id="60" name="TextBox 59"/>
            <p:cNvSpPr txBox="1"/>
            <p:nvPr userDrawn="1"/>
          </p:nvSpPr>
          <p:spPr>
            <a:xfrm>
              <a:off x="44530580" y="41758589"/>
              <a:ext cx="8394380" cy="2445445"/>
            </a:xfrm>
            <a:prstGeom prst="rect">
              <a:avLst/>
            </a:prstGeom>
            <a:noFill/>
          </p:spPr>
          <p:txBody>
            <a:bodyPr wrap="square" lIns="65304" tIns="32651" rIns="65304" bIns="32651" rtlCol="0">
              <a:spAutoFit/>
            </a:bodyPr>
            <a:lstStyle/>
            <a:p>
              <a:pPr>
                <a:lnSpc>
                  <a:spcPts val="3033"/>
                </a:lnSpc>
              </a:pPr>
              <a:r>
                <a:rPr lang="en-US" sz="3333" dirty="0">
                  <a:solidFill>
                    <a:schemeClr val="bg1"/>
                  </a:solidFill>
                </a:rPr>
                <a:t>© 2013</a:t>
              </a:r>
              <a:r>
                <a:rPr lang="en-US" sz="3333" baseline="0" dirty="0">
                  <a:solidFill>
                    <a:schemeClr val="bg1"/>
                  </a:solidFill>
                </a:rPr>
                <a:t> </a:t>
              </a:r>
              <a:r>
                <a:rPr lang="en-US" sz="3333" dirty="0">
                  <a:solidFill>
                    <a:schemeClr val="bg1"/>
                  </a:solidFill>
                </a:rPr>
                <a:t>PosterPresentations.com</a:t>
              </a:r>
              <a:br>
                <a:rPr lang="en-US" sz="3333" dirty="0">
                  <a:solidFill>
                    <a:schemeClr val="bg1"/>
                  </a:solidFill>
                </a:rPr>
              </a:br>
              <a:r>
                <a:rPr lang="en-US" sz="3333" dirty="0">
                  <a:solidFill>
                    <a:schemeClr val="bg1"/>
                  </a:solidFill>
                </a:rPr>
                <a:t>    </a:t>
              </a:r>
              <a:r>
                <a:rPr lang="en-US" sz="2800" dirty="0">
                  <a:solidFill>
                    <a:schemeClr val="bg1"/>
                  </a:solidFill>
                </a:rPr>
                <a:t>2117 Fourth Street ,</a:t>
              </a:r>
              <a:r>
                <a:rPr lang="en-US" sz="2800" baseline="0" dirty="0">
                  <a:solidFill>
                    <a:schemeClr val="bg1"/>
                  </a:solidFill>
                </a:rPr>
                <a:t> Unit C        </a:t>
              </a:r>
            </a:p>
            <a:p>
              <a:pPr>
                <a:lnSpc>
                  <a:spcPts val="3033"/>
                </a:lnSpc>
              </a:pPr>
              <a:r>
                <a:rPr lang="en-US" sz="2800" baseline="0" dirty="0">
                  <a:solidFill>
                    <a:schemeClr val="bg1"/>
                  </a:solidFill>
                </a:rPr>
                <a:t>     Berkeley CA </a:t>
              </a:r>
              <a:r>
                <a:rPr lang="en-US" sz="2267" baseline="0" dirty="0">
                  <a:solidFill>
                    <a:schemeClr val="bg1"/>
                  </a:solidFill>
                </a:rPr>
                <a:t>94710</a:t>
              </a:r>
              <a:br>
                <a:rPr lang="en-US" sz="2800" baseline="0" dirty="0">
                  <a:solidFill>
                    <a:schemeClr val="bg1"/>
                  </a:solidFill>
                </a:rPr>
              </a:br>
              <a:r>
                <a:rPr lang="en-US" sz="2800" baseline="0" dirty="0">
                  <a:solidFill>
                    <a:schemeClr val="bg1"/>
                  </a:solidFill>
                </a:rPr>
                <a:t>    </a:t>
              </a:r>
              <a:r>
                <a:rPr lang="en-US" sz="2800" b="1" baseline="0" dirty="0">
                  <a:solidFill>
                    <a:srgbClr val="FFFF00"/>
                  </a:solidFill>
                </a:rPr>
                <a:t>posterpresenter@gmail.com</a:t>
              </a:r>
              <a:endParaRPr lang="en-US" sz="3333"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5120199" rtl="0" eaLnBrk="1" latinLnBrk="0" hangingPunct="1">
        <a:spcBef>
          <a:spcPct val="0"/>
        </a:spcBef>
        <a:buNone/>
        <a:defRPr sz="10266" kern="1200">
          <a:solidFill>
            <a:schemeClr val="bg1"/>
          </a:solidFill>
          <a:latin typeface="Trebuchet MS" pitchFamily="34" charset="0"/>
          <a:ea typeface="+mj-ea"/>
          <a:cs typeface="+mj-cs"/>
        </a:defRPr>
      </a:lvl1pPr>
    </p:titleStyle>
    <p:bodyStyle>
      <a:lvl1pPr marL="1920075" indent="-1920075" algn="l" defTabSz="5120199" rtl="0" eaLnBrk="1" latinLnBrk="0" hangingPunct="1">
        <a:spcBef>
          <a:spcPct val="20000"/>
        </a:spcBef>
        <a:buFont typeface="Arial" pitchFamily="34" charset="0"/>
        <a:buChar char="•"/>
        <a:defRPr sz="18000" kern="1200">
          <a:solidFill>
            <a:schemeClr val="tx1"/>
          </a:solidFill>
          <a:latin typeface="+mn-lt"/>
          <a:ea typeface="+mn-ea"/>
          <a:cs typeface="+mn-cs"/>
        </a:defRPr>
      </a:lvl1pPr>
      <a:lvl2pPr marL="4160161" indent="-1600061" algn="l" defTabSz="5120199" rtl="0" eaLnBrk="1" latinLnBrk="0" hangingPunct="1">
        <a:spcBef>
          <a:spcPct val="20000"/>
        </a:spcBef>
        <a:buFont typeface="Arial" pitchFamily="34" charset="0"/>
        <a:buChar char="–"/>
        <a:defRPr sz="15733" kern="1200">
          <a:solidFill>
            <a:schemeClr val="tx1"/>
          </a:solidFill>
          <a:latin typeface="+mn-lt"/>
          <a:ea typeface="+mn-ea"/>
          <a:cs typeface="+mn-cs"/>
        </a:defRPr>
      </a:lvl2pPr>
      <a:lvl3pPr marL="6400248" indent="-1280051" algn="l" defTabSz="5120199" rtl="0" eaLnBrk="1" latinLnBrk="0" hangingPunct="1">
        <a:spcBef>
          <a:spcPct val="20000"/>
        </a:spcBef>
        <a:buFont typeface="Arial" pitchFamily="34" charset="0"/>
        <a:buChar char="•"/>
        <a:defRPr sz="13600" kern="1200">
          <a:solidFill>
            <a:schemeClr val="tx1"/>
          </a:solidFill>
          <a:latin typeface="+mn-lt"/>
          <a:ea typeface="+mn-ea"/>
          <a:cs typeface="+mn-cs"/>
        </a:defRPr>
      </a:lvl3pPr>
      <a:lvl4pPr marL="8960348"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4pPr>
      <a:lvl5pPr marL="11520445"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5pPr>
      <a:lvl6pPr marL="14080547"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6pPr>
      <a:lvl7pPr marL="16640644"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7pPr>
      <a:lvl8pPr marL="19200744"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8pPr>
      <a:lvl9pPr marL="21760843"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9pPr>
    </p:bodyStyle>
    <p:otherStyle>
      <a:defPPr>
        <a:defRPr lang="en-US"/>
      </a:defPPr>
      <a:lvl1pPr marL="0" algn="l" defTabSz="5120199" rtl="0" eaLnBrk="1" latinLnBrk="0" hangingPunct="1">
        <a:defRPr sz="10000" kern="1200">
          <a:solidFill>
            <a:schemeClr val="tx1"/>
          </a:solidFill>
          <a:latin typeface="+mn-lt"/>
          <a:ea typeface="+mn-ea"/>
          <a:cs typeface="+mn-cs"/>
        </a:defRPr>
      </a:lvl1pPr>
      <a:lvl2pPr marL="2560100" algn="l" defTabSz="5120199" rtl="0" eaLnBrk="1" latinLnBrk="0" hangingPunct="1">
        <a:defRPr sz="10000" kern="1200">
          <a:solidFill>
            <a:schemeClr val="tx1"/>
          </a:solidFill>
          <a:latin typeface="+mn-lt"/>
          <a:ea typeface="+mn-ea"/>
          <a:cs typeface="+mn-cs"/>
        </a:defRPr>
      </a:lvl2pPr>
      <a:lvl3pPr marL="5120199" algn="l" defTabSz="5120199" rtl="0" eaLnBrk="1" latinLnBrk="0" hangingPunct="1">
        <a:defRPr sz="10000" kern="1200">
          <a:solidFill>
            <a:schemeClr val="tx1"/>
          </a:solidFill>
          <a:latin typeface="+mn-lt"/>
          <a:ea typeface="+mn-ea"/>
          <a:cs typeface="+mn-cs"/>
        </a:defRPr>
      </a:lvl3pPr>
      <a:lvl4pPr marL="7680297" algn="l" defTabSz="5120199" rtl="0" eaLnBrk="1" latinLnBrk="0" hangingPunct="1">
        <a:defRPr sz="10000" kern="1200">
          <a:solidFill>
            <a:schemeClr val="tx1"/>
          </a:solidFill>
          <a:latin typeface="+mn-lt"/>
          <a:ea typeface="+mn-ea"/>
          <a:cs typeface="+mn-cs"/>
        </a:defRPr>
      </a:lvl4pPr>
      <a:lvl5pPr marL="10240396" algn="l" defTabSz="5120199" rtl="0" eaLnBrk="1" latinLnBrk="0" hangingPunct="1">
        <a:defRPr sz="10000" kern="1200">
          <a:solidFill>
            <a:schemeClr val="tx1"/>
          </a:solidFill>
          <a:latin typeface="+mn-lt"/>
          <a:ea typeface="+mn-ea"/>
          <a:cs typeface="+mn-cs"/>
        </a:defRPr>
      </a:lvl5pPr>
      <a:lvl6pPr marL="12800496" algn="l" defTabSz="5120199" rtl="0" eaLnBrk="1" latinLnBrk="0" hangingPunct="1">
        <a:defRPr sz="10000" kern="1200">
          <a:solidFill>
            <a:schemeClr val="tx1"/>
          </a:solidFill>
          <a:latin typeface="+mn-lt"/>
          <a:ea typeface="+mn-ea"/>
          <a:cs typeface="+mn-cs"/>
        </a:defRPr>
      </a:lvl6pPr>
      <a:lvl7pPr marL="15360597" algn="l" defTabSz="5120199" rtl="0" eaLnBrk="1" latinLnBrk="0" hangingPunct="1">
        <a:defRPr sz="10000" kern="1200">
          <a:solidFill>
            <a:schemeClr val="tx1"/>
          </a:solidFill>
          <a:latin typeface="+mn-lt"/>
          <a:ea typeface="+mn-ea"/>
          <a:cs typeface="+mn-cs"/>
        </a:defRPr>
      </a:lvl7pPr>
      <a:lvl8pPr marL="17920695" algn="l" defTabSz="5120199" rtl="0" eaLnBrk="1" latinLnBrk="0" hangingPunct="1">
        <a:defRPr sz="10000" kern="1200">
          <a:solidFill>
            <a:schemeClr val="tx1"/>
          </a:solidFill>
          <a:latin typeface="+mn-lt"/>
          <a:ea typeface="+mn-ea"/>
          <a:cs typeface="+mn-cs"/>
        </a:defRPr>
      </a:lvl8pPr>
      <a:lvl9pPr marL="20480793" algn="l" defTabSz="5120199" rtl="0" eaLnBrk="1" latinLnBrk="0" hangingPunct="1">
        <a:defRPr sz="10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51206400" cy="4200525"/>
          </a:xfrm>
          <a:prstGeom prst="rect">
            <a:avLst/>
          </a:prstGeom>
          <a:solidFill>
            <a:schemeClr val="accent5">
              <a:lumMod val="75000"/>
            </a:schemeClr>
          </a:solidFill>
          <a:ln w="9525">
            <a:solidFill>
              <a:schemeClr val="tx1"/>
            </a:solidFill>
            <a:miter lim="800000"/>
            <a:headEnd/>
            <a:tailEnd/>
          </a:ln>
          <a:effectLst/>
        </p:spPr>
        <p:txBody>
          <a:bodyPr wrap="none" lIns="106669" tIns="53333" rIns="106669" bIns="53333" anchor="ctr"/>
          <a:lstStyle/>
          <a:p>
            <a:pPr>
              <a:defRPr/>
            </a:pPr>
            <a:endParaRPr lang="en-US" sz="9200" dirty="0"/>
          </a:p>
        </p:txBody>
      </p:sp>
      <p:sp>
        <p:nvSpPr>
          <p:cNvPr id="9" name="Rectangle 9"/>
          <p:cNvSpPr>
            <a:spLocks noChangeArrowheads="1"/>
          </p:cNvSpPr>
          <p:nvPr/>
        </p:nvSpPr>
        <p:spPr bwMode="auto">
          <a:xfrm>
            <a:off x="0" y="4204694"/>
            <a:ext cx="51206400" cy="133350"/>
          </a:xfrm>
          <a:prstGeom prst="rect">
            <a:avLst/>
          </a:prstGeom>
          <a:solidFill>
            <a:schemeClr val="accent5">
              <a:lumMod val="50000"/>
            </a:schemeClr>
          </a:solidFill>
          <a:ln w="152400">
            <a:noFill/>
            <a:miter lim="800000"/>
            <a:headEnd/>
            <a:tailEnd/>
          </a:ln>
          <a:effectLst/>
        </p:spPr>
        <p:txBody>
          <a:bodyPr wrap="none" lIns="106669" tIns="53333" rIns="106669" bIns="53333" anchor="ctr"/>
          <a:lstStyle/>
          <a:p>
            <a:pPr>
              <a:defRPr/>
            </a:pPr>
            <a:endParaRPr lang="en-US" sz="9200" dirty="0"/>
          </a:p>
        </p:txBody>
      </p:sp>
      <p:sp>
        <p:nvSpPr>
          <p:cNvPr id="8" name="Rectangle 33"/>
          <p:cNvSpPr>
            <a:spLocks noChangeArrowheads="1"/>
          </p:cNvSpPr>
          <p:nvPr/>
        </p:nvSpPr>
        <p:spPr bwMode="auto">
          <a:xfrm>
            <a:off x="1089899" y="4600575"/>
            <a:ext cx="15849600" cy="23402925"/>
          </a:xfrm>
          <a:prstGeom prst="roundRect">
            <a:avLst>
              <a:gd name="adj" fmla="val 5898"/>
            </a:avLst>
          </a:prstGeom>
          <a:solidFill>
            <a:schemeClr val="bg1"/>
          </a:solidFill>
          <a:ln w="9525">
            <a:solidFill>
              <a:schemeClr val="tx2"/>
            </a:solidFill>
            <a:miter lim="800000"/>
            <a:headEnd/>
            <a:tailEnd/>
          </a:ln>
          <a:effectLst/>
        </p:spPr>
        <p:txBody>
          <a:bodyPr wrap="none" lIns="106669" tIns="53333" rIns="106669" bIns="53333" anchor="ctr"/>
          <a:lstStyle/>
          <a:p>
            <a:pPr>
              <a:defRPr/>
            </a:pPr>
            <a:endParaRPr lang="en-US" sz="9200" dirty="0"/>
          </a:p>
        </p:txBody>
      </p:sp>
      <p:sp>
        <p:nvSpPr>
          <p:cNvPr id="27" name="Rectangle 33"/>
          <p:cNvSpPr>
            <a:spLocks noChangeArrowheads="1"/>
          </p:cNvSpPr>
          <p:nvPr userDrawn="1"/>
        </p:nvSpPr>
        <p:spPr bwMode="auto">
          <a:xfrm>
            <a:off x="17678401" y="4600575"/>
            <a:ext cx="15849600" cy="23402925"/>
          </a:xfrm>
          <a:prstGeom prst="roundRect">
            <a:avLst>
              <a:gd name="adj" fmla="val 5898"/>
            </a:avLst>
          </a:prstGeom>
          <a:solidFill>
            <a:schemeClr val="bg1"/>
          </a:solidFill>
          <a:ln w="9525">
            <a:solidFill>
              <a:schemeClr val="tx2"/>
            </a:solidFill>
            <a:miter lim="800000"/>
            <a:headEnd/>
            <a:tailEnd/>
          </a:ln>
          <a:effectLst/>
        </p:spPr>
        <p:txBody>
          <a:bodyPr wrap="none" lIns="106669" tIns="53333" rIns="106669" bIns="53333" anchor="ctr"/>
          <a:lstStyle/>
          <a:p>
            <a:pPr>
              <a:defRPr/>
            </a:pPr>
            <a:endParaRPr lang="en-US" sz="9200" dirty="0"/>
          </a:p>
        </p:txBody>
      </p:sp>
      <p:sp>
        <p:nvSpPr>
          <p:cNvPr id="28" name="Rectangle 33"/>
          <p:cNvSpPr>
            <a:spLocks noChangeArrowheads="1"/>
          </p:cNvSpPr>
          <p:nvPr userDrawn="1"/>
        </p:nvSpPr>
        <p:spPr bwMode="auto">
          <a:xfrm>
            <a:off x="34266903" y="4600575"/>
            <a:ext cx="15849600" cy="23402925"/>
          </a:xfrm>
          <a:prstGeom prst="roundRect">
            <a:avLst>
              <a:gd name="adj" fmla="val 5898"/>
            </a:avLst>
          </a:prstGeom>
          <a:solidFill>
            <a:schemeClr val="bg1"/>
          </a:solidFill>
          <a:ln w="9525">
            <a:solidFill>
              <a:schemeClr val="tx2"/>
            </a:solidFill>
            <a:miter lim="800000"/>
            <a:headEnd/>
            <a:tailEnd/>
          </a:ln>
          <a:effectLst/>
        </p:spPr>
        <p:txBody>
          <a:bodyPr wrap="none" lIns="106669" tIns="53333" rIns="106669" bIns="53333" anchor="ctr"/>
          <a:lstStyle/>
          <a:p>
            <a:pPr>
              <a:defRPr/>
            </a:pPr>
            <a:endParaRPr lang="en-US" sz="9200" dirty="0"/>
          </a:p>
        </p:txBody>
      </p:sp>
    </p:spTree>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Lst>
  <p:txStyles>
    <p:titleStyle>
      <a:lvl1pPr algn="ctr" defTabSz="5120199" rtl="0" eaLnBrk="1" latinLnBrk="0" hangingPunct="1">
        <a:spcBef>
          <a:spcPct val="0"/>
        </a:spcBef>
        <a:buNone/>
        <a:defRPr sz="10266" kern="1200">
          <a:solidFill>
            <a:schemeClr val="bg1"/>
          </a:solidFill>
          <a:latin typeface="Trebuchet MS" pitchFamily="34" charset="0"/>
          <a:ea typeface="+mj-ea"/>
          <a:cs typeface="+mj-cs"/>
        </a:defRPr>
      </a:lvl1pPr>
    </p:titleStyle>
    <p:bodyStyle>
      <a:lvl1pPr marL="1920075" indent="-1920075" algn="l" defTabSz="5120199" rtl="0" eaLnBrk="1" latinLnBrk="0" hangingPunct="1">
        <a:spcBef>
          <a:spcPct val="20000"/>
        </a:spcBef>
        <a:buFont typeface="Arial" pitchFamily="34" charset="0"/>
        <a:buChar char="•"/>
        <a:defRPr sz="18000" kern="1200">
          <a:solidFill>
            <a:schemeClr val="tx1"/>
          </a:solidFill>
          <a:latin typeface="+mn-lt"/>
          <a:ea typeface="+mn-ea"/>
          <a:cs typeface="+mn-cs"/>
        </a:defRPr>
      </a:lvl1pPr>
      <a:lvl2pPr marL="4160161" indent="-1600061" algn="l" defTabSz="5120199" rtl="0" eaLnBrk="1" latinLnBrk="0" hangingPunct="1">
        <a:spcBef>
          <a:spcPct val="20000"/>
        </a:spcBef>
        <a:buFont typeface="Arial" pitchFamily="34" charset="0"/>
        <a:buChar char="–"/>
        <a:defRPr sz="15733" kern="1200">
          <a:solidFill>
            <a:schemeClr val="tx1"/>
          </a:solidFill>
          <a:latin typeface="+mn-lt"/>
          <a:ea typeface="+mn-ea"/>
          <a:cs typeface="+mn-cs"/>
        </a:defRPr>
      </a:lvl2pPr>
      <a:lvl3pPr marL="6400248" indent="-1280051" algn="l" defTabSz="5120199" rtl="0" eaLnBrk="1" latinLnBrk="0" hangingPunct="1">
        <a:spcBef>
          <a:spcPct val="20000"/>
        </a:spcBef>
        <a:buFont typeface="Arial" pitchFamily="34" charset="0"/>
        <a:buChar char="•"/>
        <a:defRPr sz="13600" kern="1200">
          <a:solidFill>
            <a:schemeClr val="tx1"/>
          </a:solidFill>
          <a:latin typeface="+mn-lt"/>
          <a:ea typeface="+mn-ea"/>
          <a:cs typeface="+mn-cs"/>
        </a:defRPr>
      </a:lvl3pPr>
      <a:lvl4pPr marL="8960348"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4pPr>
      <a:lvl5pPr marL="11520445"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5pPr>
      <a:lvl6pPr marL="14080547"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6pPr>
      <a:lvl7pPr marL="16640644"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7pPr>
      <a:lvl8pPr marL="19200744"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8pPr>
      <a:lvl9pPr marL="21760843"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9pPr>
    </p:bodyStyle>
    <p:otherStyle>
      <a:defPPr>
        <a:defRPr lang="en-US"/>
      </a:defPPr>
      <a:lvl1pPr marL="0" algn="l" defTabSz="5120199" rtl="0" eaLnBrk="1" latinLnBrk="0" hangingPunct="1">
        <a:defRPr sz="10000" kern="1200">
          <a:solidFill>
            <a:schemeClr val="tx1"/>
          </a:solidFill>
          <a:latin typeface="+mn-lt"/>
          <a:ea typeface="+mn-ea"/>
          <a:cs typeface="+mn-cs"/>
        </a:defRPr>
      </a:lvl1pPr>
      <a:lvl2pPr marL="2560100" algn="l" defTabSz="5120199" rtl="0" eaLnBrk="1" latinLnBrk="0" hangingPunct="1">
        <a:defRPr sz="10000" kern="1200">
          <a:solidFill>
            <a:schemeClr val="tx1"/>
          </a:solidFill>
          <a:latin typeface="+mn-lt"/>
          <a:ea typeface="+mn-ea"/>
          <a:cs typeface="+mn-cs"/>
        </a:defRPr>
      </a:lvl2pPr>
      <a:lvl3pPr marL="5120199" algn="l" defTabSz="5120199" rtl="0" eaLnBrk="1" latinLnBrk="0" hangingPunct="1">
        <a:defRPr sz="10000" kern="1200">
          <a:solidFill>
            <a:schemeClr val="tx1"/>
          </a:solidFill>
          <a:latin typeface="+mn-lt"/>
          <a:ea typeface="+mn-ea"/>
          <a:cs typeface="+mn-cs"/>
        </a:defRPr>
      </a:lvl3pPr>
      <a:lvl4pPr marL="7680297" algn="l" defTabSz="5120199" rtl="0" eaLnBrk="1" latinLnBrk="0" hangingPunct="1">
        <a:defRPr sz="10000" kern="1200">
          <a:solidFill>
            <a:schemeClr val="tx1"/>
          </a:solidFill>
          <a:latin typeface="+mn-lt"/>
          <a:ea typeface="+mn-ea"/>
          <a:cs typeface="+mn-cs"/>
        </a:defRPr>
      </a:lvl4pPr>
      <a:lvl5pPr marL="10240396" algn="l" defTabSz="5120199" rtl="0" eaLnBrk="1" latinLnBrk="0" hangingPunct="1">
        <a:defRPr sz="10000" kern="1200">
          <a:solidFill>
            <a:schemeClr val="tx1"/>
          </a:solidFill>
          <a:latin typeface="+mn-lt"/>
          <a:ea typeface="+mn-ea"/>
          <a:cs typeface="+mn-cs"/>
        </a:defRPr>
      </a:lvl5pPr>
      <a:lvl6pPr marL="12800496" algn="l" defTabSz="5120199" rtl="0" eaLnBrk="1" latinLnBrk="0" hangingPunct="1">
        <a:defRPr sz="10000" kern="1200">
          <a:solidFill>
            <a:schemeClr val="tx1"/>
          </a:solidFill>
          <a:latin typeface="+mn-lt"/>
          <a:ea typeface="+mn-ea"/>
          <a:cs typeface="+mn-cs"/>
        </a:defRPr>
      </a:lvl6pPr>
      <a:lvl7pPr marL="15360597" algn="l" defTabSz="5120199" rtl="0" eaLnBrk="1" latinLnBrk="0" hangingPunct="1">
        <a:defRPr sz="10000" kern="1200">
          <a:solidFill>
            <a:schemeClr val="tx1"/>
          </a:solidFill>
          <a:latin typeface="+mn-lt"/>
          <a:ea typeface="+mn-ea"/>
          <a:cs typeface="+mn-cs"/>
        </a:defRPr>
      </a:lvl7pPr>
      <a:lvl8pPr marL="17920695" algn="l" defTabSz="5120199" rtl="0" eaLnBrk="1" latinLnBrk="0" hangingPunct="1">
        <a:defRPr sz="10000" kern="1200">
          <a:solidFill>
            <a:schemeClr val="tx1"/>
          </a:solidFill>
          <a:latin typeface="+mn-lt"/>
          <a:ea typeface="+mn-ea"/>
          <a:cs typeface="+mn-cs"/>
        </a:defRPr>
      </a:lvl8pPr>
      <a:lvl9pPr marL="20480793" algn="l" defTabSz="5120199" rtl="0" eaLnBrk="1" latinLnBrk="0" hangingPunct="1">
        <a:defRPr sz="10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51206400" cy="4200525"/>
          </a:xfrm>
          <a:prstGeom prst="rect">
            <a:avLst/>
          </a:prstGeom>
          <a:solidFill>
            <a:schemeClr val="accent5">
              <a:lumMod val="75000"/>
            </a:schemeClr>
          </a:solidFill>
          <a:ln w="9525">
            <a:solidFill>
              <a:schemeClr val="tx1"/>
            </a:solidFill>
            <a:miter lim="800000"/>
            <a:headEnd/>
            <a:tailEnd/>
          </a:ln>
          <a:effectLst/>
        </p:spPr>
        <p:txBody>
          <a:bodyPr wrap="none" lIns="106669" tIns="53333" rIns="106669" bIns="53333" anchor="ctr"/>
          <a:lstStyle/>
          <a:p>
            <a:pPr>
              <a:defRPr/>
            </a:pPr>
            <a:endParaRPr lang="en-US" sz="9200" dirty="0"/>
          </a:p>
        </p:txBody>
      </p:sp>
      <p:sp>
        <p:nvSpPr>
          <p:cNvPr id="9" name="Rectangle 9"/>
          <p:cNvSpPr>
            <a:spLocks noChangeArrowheads="1"/>
          </p:cNvSpPr>
          <p:nvPr/>
        </p:nvSpPr>
        <p:spPr bwMode="auto">
          <a:xfrm>
            <a:off x="0" y="4204694"/>
            <a:ext cx="51206400" cy="133350"/>
          </a:xfrm>
          <a:prstGeom prst="rect">
            <a:avLst/>
          </a:prstGeom>
          <a:solidFill>
            <a:schemeClr val="accent5">
              <a:lumMod val="50000"/>
            </a:schemeClr>
          </a:solidFill>
          <a:ln w="152400">
            <a:noFill/>
            <a:miter lim="800000"/>
            <a:headEnd/>
            <a:tailEnd/>
          </a:ln>
          <a:effectLst/>
        </p:spPr>
        <p:txBody>
          <a:bodyPr wrap="none" lIns="106669" tIns="53333" rIns="106669" bIns="53333" anchor="ctr"/>
          <a:lstStyle/>
          <a:p>
            <a:pPr>
              <a:defRPr/>
            </a:pPr>
            <a:endParaRPr lang="en-US" sz="9200" dirty="0"/>
          </a:p>
        </p:txBody>
      </p:sp>
      <p:sp>
        <p:nvSpPr>
          <p:cNvPr id="8" name="Rectangle 33"/>
          <p:cNvSpPr>
            <a:spLocks noChangeArrowheads="1"/>
          </p:cNvSpPr>
          <p:nvPr/>
        </p:nvSpPr>
        <p:spPr bwMode="auto">
          <a:xfrm>
            <a:off x="1089898" y="4600575"/>
            <a:ext cx="49026604" cy="23402925"/>
          </a:xfrm>
          <a:prstGeom prst="roundRect">
            <a:avLst>
              <a:gd name="adj" fmla="val 5898"/>
            </a:avLst>
          </a:prstGeom>
          <a:solidFill>
            <a:schemeClr val="bg1"/>
          </a:solidFill>
          <a:ln w="9525">
            <a:solidFill>
              <a:schemeClr val="tx2"/>
            </a:solidFill>
            <a:miter lim="800000"/>
            <a:headEnd/>
            <a:tailEnd/>
          </a:ln>
          <a:effectLst/>
        </p:spPr>
        <p:txBody>
          <a:bodyPr wrap="none" lIns="106669" tIns="53333" rIns="106669" bIns="53333" anchor="ctr"/>
          <a:lstStyle/>
          <a:p>
            <a:pPr>
              <a:defRPr/>
            </a:pPr>
            <a:endParaRPr lang="en-US" sz="9200" dirty="0"/>
          </a:p>
        </p:txBody>
      </p:sp>
      <p:sp>
        <p:nvSpPr>
          <p:cNvPr id="11" name="Text Placeholder 76">
            <a:extLst>
              <a:ext uri="{FF2B5EF4-FFF2-40B4-BE49-F238E27FC236}">
                <a16:creationId xmlns:a16="http://schemas.microsoft.com/office/drawing/2014/main" id="{47756A06-621A-4B6F-9431-E290CB325428}"/>
              </a:ext>
            </a:extLst>
          </p:cNvPr>
          <p:cNvSpPr txBox="1">
            <a:spLocks/>
          </p:cNvSpPr>
          <p:nvPr userDrawn="1"/>
        </p:nvSpPr>
        <p:spPr>
          <a:xfrm>
            <a:off x="0" y="2100262"/>
            <a:ext cx="51206400" cy="1925264"/>
          </a:xfrm>
          <a:prstGeom prst="rect">
            <a:avLst/>
          </a:prstGeom>
        </p:spPr>
        <p:txBody>
          <a:bodyPr lIns="116372" tIns="58187" rIns="116372" bIns="58187" anchor="t" anchorCtr="1">
            <a:normAutofit/>
          </a:bodyPr>
          <a:lstStyle>
            <a:lvl1pPr marL="0" indent="0" algn="ctr" defTabSz="3840245" rtl="0" eaLnBrk="1" latinLnBrk="0" hangingPunct="1">
              <a:spcBef>
                <a:spcPct val="20000"/>
              </a:spcBef>
              <a:buFontTx/>
              <a:buNone/>
              <a:defRPr sz="7700" kern="1200">
                <a:solidFill>
                  <a:schemeClr val="bg1"/>
                </a:solidFill>
                <a:latin typeface="+mj-lt"/>
                <a:ea typeface="+mn-ea"/>
                <a:cs typeface="+mn-cs"/>
              </a:defRPr>
            </a:lvl1pPr>
            <a:lvl2pPr marL="3120199" indent="-1200076" algn="l" defTabSz="3840245" rtl="0" eaLnBrk="1" latinLnBrk="0" hangingPunct="1">
              <a:spcBef>
                <a:spcPct val="20000"/>
              </a:spcBef>
              <a:buFontTx/>
              <a:buNone/>
              <a:defRPr sz="6300" kern="1200">
                <a:solidFill>
                  <a:schemeClr val="tx1"/>
                </a:solidFill>
                <a:latin typeface="+mn-lt"/>
                <a:ea typeface="+mn-ea"/>
                <a:cs typeface="+mn-cs"/>
              </a:defRPr>
            </a:lvl2pPr>
            <a:lvl3pPr marL="4800306" indent="-960062" algn="l" defTabSz="3840245" rtl="0" eaLnBrk="1" latinLnBrk="0" hangingPunct="1">
              <a:spcBef>
                <a:spcPct val="20000"/>
              </a:spcBef>
              <a:buFontTx/>
              <a:buNone/>
              <a:defRPr sz="6300" kern="1200">
                <a:solidFill>
                  <a:schemeClr val="tx1"/>
                </a:solidFill>
                <a:latin typeface="+mn-lt"/>
                <a:ea typeface="+mn-ea"/>
                <a:cs typeface="+mn-cs"/>
              </a:defRPr>
            </a:lvl3pPr>
            <a:lvl4pPr marL="6720429" indent="-960062" algn="l" defTabSz="3840245" rtl="0" eaLnBrk="1" latinLnBrk="0" hangingPunct="1">
              <a:spcBef>
                <a:spcPct val="20000"/>
              </a:spcBef>
              <a:buFontTx/>
              <a:buNone/>
              <a:defRPr sz="6300" kern="1200">
                <a:solidFill>
                  <a:schemeClr val="tx1"/>
                </a:solidFill>
                <a:latin typeface="+mn-lt"/>
                <a:ea typeface="+mn-ea"/>
                <a:cs typeface="+mn-cs"/>
              </a:defRPr>
            </a:lvl4pPr>
            <a:lvl5pPr marL="8640550" indent="-960062" algn="l" defTabSz="3840245" rtl="0" eaLnBrk="1" latinLnBrk="0" hangingPunct="1">
              <a:spcBef>
                <a:spcPct val="20000"/>
              </a:spcBef>
              <a:buFontTx/>
              <a:buNone/>
              <a:defRPr sz="6300" kern="1200">
                <a:solidFill>
                  <a:schemeClr val="tx1"/>
                </a:solidFill>
                <a:latin typeface="+mn-lt"/>
                <a:ea typeface="+mn-ea"/>
                <a:cs typeface="+mn-cs"/>
              </a:defRPr>
            </a:lvl5pPr>
            <a:lvl6pPr marL="10560674"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0795"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0918"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1040"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9pPr>
          </a:lstStyle>
          <a:p>
            <a:pPr marL="0" marR="0" lvl="0" indent="0" algn="ctr" defTabSz="3840245" rtl="0" eaLnBrk="1" fontAlgn="auto" latinLnBrk="0" hangingPunct="1">
              <a:lnSpc>
                <a:spcPct val="100000"/>
              </a:lnSpc>
              <a:spcBef>
                <a:spcPct val="20000"/>
              </a:spcBef>
              <a:spcAft>
                <a:spcPts val="0"/>
              </a:spcAft>
              <a:buClrTx/>
              <a:buSzTx/>
              <a:buFontTx/>
              <a:buNone/>
              <a:tabLst/>
              <a:defRPr/>
            </a:pPr>
            <a:r>
              <a:rPr lang="en-US" sz="11733" b="1" dirty="0">
                <a:latin typeface="Jost" pitchFamily="2" charset="0"/>
                <a:ea typeface="Jost" pitchFamily="2" charset="0"/>
                <a:cs typeface="Arial" panose="020B0604020202020204" pitchFamily="34" charset="0"/>
              </a:rPr>
              <a:t>Ryan P. A. McShane, Ph.D. | Former VAP, Amherst College</a:t>
            </a:r>
          </a:p>
        </p:txBody>
      </p:sp>
      <p:sp>
        <p:nvSpPr>
          <p:cNvPr id="12" name="Text Placeholder 76">
            <a:extLst>
              <a:ext uri="{FF2B5EF4-FFF2-40B4-BE49-F238E27FC236}">
                <a16:creationId xmlns:a16="http://schemas.microsoft.com/office/drawing/2014/main" id="{344B6CC3-B075-4E63-861F-0E1572480F52}"/>
              </a:ext>
            </a:extLst>
          </p:cNvPr>
          <p:cNvSpPr txBox="1">
            <a:spLocks/>
          </p:cNvSpPr>
          <p:nvPr userDrawn="1"/>
        </p:nvSpPr>
        <p:spPr>
          <a:xfrm>
            <a:off x="0" y="-4169"/>
            <a:ext cx="17747673" cy="2493395"/>
          </a:xfrm>
          <a:prstGeom prst="rect">
            <a:avLst/>
          </a:prstGeom>
        </p:spPr>
        <p:txBody>
          <a:bodyPr lIns="116372" tIns="58187" rIns="116372" bIns="58187" anchor="b" anchorCtr="1">
            <a:normAutofit/>
          </a:bodyPr>
          <a:lstStyle>
            <a:lvl1pPr marL="0" indent="0" algn="ctr" defTabSz="3840245" rtl="0" eaLnBrk="1" latinLnBrk="0" hangingPunct="1">
              <a:spcBef>
                <a:spcPct val="20000"/>
              </a:spcBef>
              <a:buFontTx/>
              <a:buNone/>
              <a:defRPr sz="10100" b="1" kern="1200">
                <a:solidFill>
                  <a:schemeClr val="bg1"/>
                </a:solidFill>
                <a:latin typeface="+mj-lt"/>
                <a:ea typeface="+mn-ea"/>
                <a:cs typeface="+mn-cs"/>
              </a:defRPr>
            </a:lvl1pPr>
            <a:lvl2pPr marL="3120199" indent="-1200076" algn="l" defTabSz="3840245" rtl="0" eaLnBrk="1" latinLnBrk="0" hangingPunct="1">
              <a:spcBef>
                <a:spcPct val="20000"/>
              </a:spcBef>
              <a:buFontTx/>
              <a:buNone/>
              <a:defRPr sz="6300" kern="1200">
                <a:solidFill>
                  <a:schemeClr val="tx1"/>
                </a:solidFill>
                <a:latin typeface="+mn-lt"/>
                <a:ea typeface="+mn-ea"/>
                <a:cs typeface="+mn-cs"/>
              </a:defRPr>
            </a:lvl2pPr>
            <a:lvl3pPr marL="4800306" indent="-960062" algn="l" defTabSz="3840245" rtl="0" eaLnBrk="1" latinLnBrk="0" hangingPunct="1">
              <a:spcBef>
                <a:spcPct val="20000"/>
              </a:spcBef>
              <a:buFontTx/>
              <a:buNone/>
              <a:defRPr sz="6300" kern="1200">
                <a:solidFill>
                  <a:schemeClr val="tx1"/>
                </a:solidFill>
                <a:latin typeface="+mn-lt"/>
                <a:ea typeface="+mn-ea"/>
                <a:cs typeface="+mn-cs"/>
              </a:defRPr>
            </a:lvl3pPr>
            <a:lvl4pPr marL="6720429" indent="-960062" algn="l" defTabSz="3840245" rtl="0" eaLnBrk="1" latinLnBrk="0" hangingPunct="1">
              <a:spcBef>
                <a:spcPct val="20000"/>
              </a:spcBef>
              <a:buFontTx/>
              <a:buNone/>
              <a:defRPr sz="6300" kern="1200">
                <a:solidFill>
                  <a:schemeClr val="tx1"/>
                </a:solidFill>
                <a:latin typeface="+mn-lt"/>
                <a:ea typeface="+mn-ea"/>
                <a:cs typeface="+mn-cs"/>
              </a:defRPr>
            </a:lvl4pPr>
            <a:lvl5pPr marL="8640550" indent="-960062" algn="l" defTabSz="3840245" rtl="0" eaLnBrk="1" latinLnBrk="0" hangingPunct="1">
              <a:spcBef>
                <a:spcPct val="20000"/>
              </a:spcBef>
              <a:buFontTx/>
              <a:buNone/>
              <a:defRPr sz="6300" kern="1200">
                <a:solidFill>
                  <a:schemeClr val="tx1"/>
                </a:solidFill>
                <a:latin typeface="+mn-lt"/>
                <a:ea typeface="+mn-ea"/>
                <a:cs typeface="+mn-cs"/>
              </a:defRPr>
            </a:lvl5pPr>
            <a:lvl6pPr marL="10560674"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0795"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0918"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1040"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9pPr>
          </a:lstStyle>
          <a:p>
            <a:r>
              <a:rPr lang="en-US" sz="14400" b="1" i="1" kern="1200" dirty="0">
                <a:solidFill>
                  <a:schemeClr val="bg1"/>
                </a:solidFill>
                <a:effectLst/>
                <a:latin typeface="Jost" pitchFamily="2" charset="0"/>
                <a:ea typeface="Jost" pitchFamily="2" charset="0"/>
                <a:cs typeface="+mn-cs"/>
              </a:rPr>
              <a:t>Scissors beats Rock</a:t>
            </a:r>
            <a:endParaRPr lang="en-US" sz="14400" i="1" dirty="0">
              <a:latin typeface="Jost" pitchFamily="2" charset="0"/>
              <a:ea typeface="Jost" pitchFamily="2" charset="0"/>
            </a:endParaRPr>
          </a:p>
        </p:txBody>
      </p:sp>
      <p:sp>
        <p:nvSpPr>
          <p:cNvPr id="10" name="Text Placeholder 76">
            <a:extLst>
              <a:ext uri="{FF2B5EF4-FFF2-40B4-BE49-F238E27FC236}">
                <a16:creationId xmlns:a16="http://schemas.microsoft.com/office/drawing/2014/main" id="{41D082C7-DB1A-E608-5FB6-8AE5B2A7261C}"/>
              </a:ext>
            </a:extLst>
          </p:cNvPr>
          <p:cNvSpPr txBox="1">
            <a:spLocks/>
          </p:cNvSpPr>
          <p:nvPr userDrawn="1"/>
        </p:nvSpPr>
        <p:spPr>
          <a:xfrm>
            <a:off x="16812491" y="0"/>
            <a:ext cx="34082182" cy="2100262"/>
          </a:xfrm>
          <a:prstGeom prst="rect">
            <a:avLst/>
          </a:prstGeom>
        </p:spPr>
        <p:txBody>
          <a:bodyPr lIns="116372" tIns="58187" rIns="116372" bIns="58187" anchor="b" anchorCtr="1">
            <a:normAutofit fontScale="92500"/>
          </a:bodyPr>
          <a:lstStyle>
            <a:lvl1pPr marL="0" indent="0" algn="ctr" defTabSz="3840245" rtl="0" eaLnBrk="1" latinLnBrk="0" hangingPunct="1">
              <a:spcBef>
                <a:spcPct val="20000"/>
              </a:spcBef>
              <a:buFontTx/>
              <a:buNone/>
              <a:defRPr sz="10100" b="1" kern="1200">
                <a:solidFill>
                  <a:schemeClr val="bg1"/>
                </a:solidFill>
                <a:latin typeface="+mj-lt"/>
                <a:ea typeface="+mn-ea"/>
                <a:cs typeface="+mn-cs"/>
              </a:defRPr>
            </a:lvl1pPr>
            <a:lvl2pPr marL="3120199" indent="-1200076" algn="l" defTabSz="3840245" rtl="0" eaLnBrk="1" latinLnBrk="0" hangingPunct="1">
              <a:spcBef>
                <a:spcPct val="20000"/>
              </a:spcBef>
              <a:buFontTx/>
              <a:buNone/>
              <a:defRPr sz="6300" kern="1200">
                <a:solidFill>
                  <a:schemeClr val="tx1"/>
                </a:solidFill>
                <a:latin typeface="+mn-lt"/>
                <a:ea typeface="+mn-ea"/>
                <a:cs typeface="+mn-cs"/>
              </a:defRPr>
            </a:lvl2pPr>
            <a:lvl3pPr marL="4800306" indent="-960062" algn="l" defTabSz="3840245" rtl="0" eaLnBrk="1" latinLnBrk="0" hangingPunct="1">
              <a:spcBef>
                <a:spcPct val="20000"/>
              </a:spcBef>
              <a:buFontTx/>
              <a:buNone/>
              <a:defRPr sz="6300" kern="1200">
                <a:solidFill>
                  <a:schemeClr val="tx1"/>
                </a:solidFill>
                <a:latin typeface="+mn-lt"/>
                <a:ea typeface="+mn-ea"/>
                <a:cs typeface="+mn-cs"/>
              </a:defRPr>
            </a:lvl3pPr>
            <a:lvl4pPr marL="6720429" indent="-960062" algn="l" defTabSz="3840245" rtl="0" eaLnBrk="1" latinLnBrk="0" hangingPunct="1">
              <a:spcBef>
                <a:spcPct val="20000"/>
              </a:spcBef>
              <a:buFontTx/>
              <a:buNone/>
              <a:defRPr sz="6300" kern="1200">
                <a:solidFill>
                  <a:schemeClr val="tx1"/>
                </a:solidFill>
                <a:latin typeface="+mn-lt"/>
                <a:ea typeface="+mn-ea"/>
                <a:cs typeface="+mn-cs"/>
              </a:defRPr>
            </a:lvl4pPr>
            <a:lvl5pPr marL="8640550" indent="-960062" algn="l" defTabSz="3840245" rtl="0" eaLnBrk="1" latinLnBrk="0" hangingPunct="1">
              <a:spcBef>
                <a:spcPct val="20000"/>
              </a:spcBef>
              <a:buFontTx/>
              <a:buNone/>
              <a:defRPr sz="6300" kern="1200">
                <a:solidFill>
                  <a:schemeClr val="tx1"/>
                </a:solidFill>
                <a:latin typeface="+mn-lt"/>
                <a:ea typeface="+mn-ea"/>
                <a:cs typeface="+mn-cs"/>
              </a:defRPr>
            </a:lvl5pPr>
            <a:lvl6pPr marL="10560674"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0795"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0918"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1040" indent="-960062" algn="l" defTabSz="3840245" rtl="0" eaLnBrk="1" latinLnBrk="0" hangingPunct="1">
              <a:spcBef>
                <a:spcPct val="20000"/>
              </a:spcBef>
              <a:buFont typeface="Arial" pitchFamily="34" charset="0"/>
              <a:buChar char="•"/>
              <a:defRPr sz="8400" kern="1200">
                <a:solidFill>
                  <a:schemeClr val="tx1"/>
                </a:solidFill>
                <a:latin typeface="+mn-lt"/>
                <a:ea typeface="+mn-ea"/>
                <a:cs typeface="+mn-cs"/>
              </a:defRPr>
            </a:lvl9pPr>
          </a:lstStyle>
          <a:p>
            <a:r>
              <a:rPr lang="en-US" sz="9600" b="1" i="1" kern="1200" dirty="0">
                <a:solidFill>
                  <a:schemeClr val="bg1"/>
                </a:solidFill>
                <a:effectLst/>
                <a:latin typeface="Jost" pitchFamily="2" charset="0"/>
                <a:ea typeface="Jost" pitchFamily="2" charset="0"/>
                <a:cs typeface="+mn-cs"/>
              </a:rPr>
              <a:t>&amp; other failures of Transitive Models using Paired Comparisons</a:t>
            </a:r>
            <a:endParaRPr lang="en-US" sz="9600" i="1" dirty="0">
              <a:latin typeface="Jost" pitchFamily="2" charset="0"/>
              <a:ea typeface="Jost" pitchFamily="2" charset="0"/>
            </a:endParaRPr>
          </a:p>
        </p:txBody>
      </p:sp>
    </p:spTree>
    <p:extLst>
      <p:ext uri="{BB962C8B-B14F-4D97-AF65-F5344CB8AC3E}">
        <p14:creationId xmlns:p14="http://schemas.microsoft.com/office/powerpoint/2010/main" val="2415948502"/>
      </p:ext>
    </p:extLst>
  </p:cSld>
  <p:clrMap bg1="lt1" tx1="dk1" bg2="lt2" tx2="dk2" accent1="accent1" accent2="accent2" accent3="accent3" accent4="accent4" accent5="accent5" accent6="accent6" hlink="hlink" folHlink="folHlink"/>
  <p:sldLayoutIdLst>
    <p:sldLayoutId id="2147483666" r:id="rId1"/>
  </p:sldLayoutIdLst>
  <p:txStyles>
    <p:titleStyle>
      <a:lvl1pPr algn="ctr" defTabSz="5120199" rtl="0" eaLnBrk="1" latinLnBrk="0" hangingPunct="1">
        <a:spcBef>
          <a:spcPct val="0"/>
        </a:spcBef>
        <a:buNone/>
        <a:defRPr sz="10266" kern="1200">
          <a:solidFill>
            <a:schemeClr val="bg1"/>
          </a:solidFill>
          <a:latin typeface="Trebuchet MS" pitchFamily="34" charset="0"/>
          <a:ea typeface="+mj-ea"/>
          <a:cs typeface="+mj-cs"/>
        </a:defRPr>
      </a:lvl1pPr>
    </p:titleStyle>
    <p:bodyStyle>
      <a:lvl1pPr marL="1920075" indent="-1920075" algn="l" defTabSz="5120199" rtl="0" eaLnBrk="1" latinLnBrk="0" hangingPunct="1">
        <a:spcBef>
          <a:spcPct val="20000"/>
        </a:spcBef>
        <a:buFont typeface="Arial" pitchFamily="34" charset="0"/>
        <a:buChar char="•"/>
        <a:defRPr sz="18000" kern="1200">
          <a:solidFill>
            <a:schemeClr val="tx1"/>
          </a:solidFill>
          <a:latin typeface="+mn-lt"/>
          <a:ea typeface="+mn-ea"/>
          <a:cs typeface="+mn-cs"/>
        </a:defRPr>
      </a:lvl1pPr>
      <a:lvl2pPr marL="4160161" indent="-1600061" algn="l" defTabSz="5120199" rtl="0" eaLnBrk="1" latinLnBrk="0" hangingPunct="1">
        <a:spcBef>
          <a:spcPct val="20000"/>
        </a:spcBef>
        <a:buFont typeface="Arial" pitchFamily="34" charset="0"/>
        <a:buChar char="–"/>
        <a:defRPr sz="15733" kern="1200">
          <a:solidFill>
            <a:schemeClr val="tx1"/>
          </a:solidFill>
          <a:latin typeface="+mn-lt"/>
          <a:ea typeface="+mn-ea"/>
          <a:cs typeface="+mn-cs"/>
        </a:defRPr>
      </a:lvl2pPr>
      <a:lvl3pPr marL="6400248" indent="-1280051" algn="l" defTabSz="5120199" rtl="0" eaLnBrk="1" latinLnBrk="0" hangingPunct="1">
        <a:spcBef>
          <a:spcPct val="20000"/>
        </a:spcBef>
        <a:buFont typeface="Arial" pitchFamily="34" charset="0"/>
        <a:buChar char="•"/>
        <a:defRPr sz="13600" kern="1200">
          <a:solidFill>
            <a:schemeClr val="tx1"/>
          </a:solidFill>
          <a:latin typeface="+mn-lt"/>
          <a:ea typeface="+mn-ea"/>
          <a:cs typeface="+mn-cs"/>
        </a:defRPr>
      </a:lvl3pPr>
      <a:lvl4pPr marL="8960348"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4pPr>
      <a:lvl5pPr marL="11520445"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5pPr>
      <a:lvl6pPr marL="14080547"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6pPr>
      <a:lvl7pPr marL="16640644"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7pPr>
      <a:lvl8pPr marL="19200744"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8pPr>
      <a:lvl9pPr marL="21760843"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9pPr>
    </p:bodyStyle>
    <p:otherStyle>
      <a:defPPr>
        <a:defRPr lang="en-US"/>
      </a:defPPr>
      <a:lvl1pPr marL="0" algn="l" defTabSz="5120199" rtl="0" eaLnBrk="1" latinLnBrk="0" hangingPunct="1">
        <a:defRPr sz="10000" kern="1200">
          <a:solidFill>
            <a:schemeClr val="tx1"/>
          </a:solidFill>
          <a:latin typeface="+mn-lt"/>
          <a:ea typeface="+mn-ea"/>
          <a:cs typeface="+mn-cs"/>
        </a:defRPr>
      </a:lvl1pPr>
      <a:lvl2pPr marL="2560100" algn="l" defTabSz="5120199" rtl="0" eaLnBrk="1" latinLnBrk="0" hangingPunct="1">
        <a:defRPr sz="10000" kern="1200">
          <a:solidFill>
            <a:schemeClr val="tx1"/>
          </a:solidFill>
          <a:latin typeface="+mn-lt"/>
          <a:ea typeface="+mn-ea"/>
          <a:cs typeface="+mn-cs"/>
        </a:defRPr>
      </a:lvl2pPr>
      <a:lvl3pPr marL="5120199" algn="l" defTabSz="5120199" rtl="0" eaLnBrk="1" latinLnBrk="0" hangingPunct="1">
        <a:defRPr sz="10000" kern="1200">
          <a:solidFill>
            <a:schemeClr val="tx1"/>
          </a:solidFill>
          <a:latin typeface="+mn-lt"/>
          <a:ea typeface="+mn-ea"/>
          <a:cs typeface="+mn-cs"/>
        </a:defRPr>
      </a:lvl3pPr>
      <a:lvl4pPr marL="7680297" algn="l" defTabSz="5120199" rtl="0" eaLnBrk="1" latinLnBrk="0" hangingPunct="1">
        <a:defRPr sz="10000" kern="1200">
          <a:solidFill>
            <a:schemeClr val="tx1"/>
          </a:solidFill>
          <a:latin typeface="+mn-lt"/>
          <a:ea typeface="+mn-ea"/>
          <a:cs typeface="+mn-cs"/>
        </a:defRPr>
      </a:lvl4pPr>
      <a:lvl5pPr marL="10240396" algn="l" defTabSz="5120199" rtl="0" eaLnBrk="1" latinLnBrk="0" hangingPunct="1">
        <a:defRPr sz="10000" kern="1200">
          <a:solidFill>
            <a:schemeClr val="tx1"/>
          </a:solidFill>
          <a:latin typeface="+mn-lt"/>
          <a:ea typeface="+mn-ea"/>
          <a:cs typeface="+mn-cs"/>
        </a:defRPr>
      </a:lvl5pPr>
      <a:lvl6pPr marL="12800496" algn="l" defTabSz="5120199" rtl="0" eaLnBrk="1" latinLnBrk="0" hangingPunct="1">
        <a:defRPr sz="10000" kern="1200">
          <a:solidFill>
            <a:schemeClr val="tx1"/>
          </a:solidFill>
          <a:latin typeface="+mn-lt"/>
          <a:ea typeface="+mn-ea"/>
          <a:cs typeface="+mn-cs"/>
        </a:defRPr>
      </a:lvl6pPr>
      <a:lvl7pPr marL="15360597" algn="l" defTabSz="5120199" rtl="0" eaLnBrk="1" latinLnBrk="0" hangingPunct="1">
        <a:defRPr sz="10000" kern="1200">
          <a:solidFill>
            <a:schemeClr val="tx1"/>
          </a:solidFill>
          <a:latin typeface="+mn-lt"/>
          <a:ea typeface="+mn-ea"/>
          <a:cs typeface="+mn-cs"/>
        </a:defRPr>
      </a:lvl7pPr>
      <a:lvl8pPr marL="17920695" algn="l" defTabSz="5120199" rtl="0" eaLnBrk="1" latinLnBrk="0" hangingPunct="1">
        <a:defRPr sz="10000" kern="1200">
          <a:solidFill>
            <a:schemeClr val="tx1"/>
          </a:solidFill>
          <a:latin typeface="+mn-lt"/>
          <a:ea typeface="+mn-ea"/>
          <a:cs typeface="+mn-cs"/>
        </a:defRPr>
      </a:lvl8pPr>
      <a:lvl9pPr marL="20480793" algn="l" defTabSz="5120199" rtl="0" eaLnBrk="1" latinLnBrk="0" hangingPunct="1">
        <a:defRPr sz="10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2">
                <a:tint val="40000"/>
                <a:satMod val="350000"/>
              </a:schemeClr>
            </a:gs>
            <a:gs pos="58000">
              <a:schemeClr val="bg2">
                <a:tint val="45000"/>
                <a:shade val="99000"/>
                <a:satMod val="350000"/>
              </a:schemeClr>
            </a:gs>
            <a:gs pos="100000">
              <a:schemeClr val="bg2">
                <a:shade val="20000"/>
                <a:satMod val="255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51206400" cy="4200525"/>
          </a:xfrm>
          <a:prstGeom prst="rect">
            <a:avLst/>
          </a:prstGeom>
          <a:solidFill>
            <a:schemeClr val="accent5">
              <a:lumMod val="75000"/>
            </a:schemeClr>
          </a:solidFill>
          <a:ln w="9525">
            <a:solidFill>
              <a:schemeClr val="tx1"/>
            </a:solidFill>
            <a:miter lim="800000"/>
            <a:headEnd/>
            <a:tailEnd/>
          </a:ln>
          <a:effectLst/>
        </p:spPr>
        <p:txBody>
          <a:bodyPr wrap="none" lIns="106669" tIns="53333" rIns="106669" bIns="53333" anchor="ctr"/>
          <a:lstStyle/>
          <a:p>
            <a:pPr>
              <a:defRPr/>
            </a:pPr>
            <a:endParaRPr lang="en-US" sz="9200" dirty="0">
              <a:solidFill>
                <a:schemeClr val="bg1"/>
              </a:solidFill>
            </a:endParaRPr>
          </a:p>
        </p:txBody>
      </p:sp>
      <p:sp>
        <p:nvSpPr>
          <p:cNvPr id="8" name="Rectangle 33"/>
          <p:cNvSpPr>
            <a:spLocks noChangeArrowheads="1"/>
          </p:cNvSpPr>
          <p:nvPr/>
        </p:nvSpPr>
        <p:spPr bwMode="auto">
          <a:xfrm>
            <a:off x="1066802" y="4600575"/>
            <a:ext cx="49067244" cy="23402925"/>
          </a:xfrm>
          <a:prstGeom prst="roundRect">
            <a:avLst>
              <a:gd name="adj" fmla="val 2137"/>
            </a:avLst>
          </a:prstGeom>
          <a:gradFill>
            <a:gsLst>
              <a:gs pos="0">
                <a:schemeClr val="accent1">
                  <a:tint val="66000"/>
                  <a:satMod val="160000"/>
                </a:schemeClr>
              </a:gs>
              <a:gs pos="0">
                <a:srgbClr val="CDD2DE"/>
              </a:gs>
              <a:gs pos="100000">
                <a:srgbClr val="F3F5FA"/>
              </a:gs>
            </a:gsLst>
            <a:lin ang="16200000" scaled="1"/>
          </a:gradFill>
          <a:ln w="9525">
            <a:solidFill>
              <a:schemeClr val="tx2"/>
            </a:solidFill>
            <a:miter lim="800000"/>
            <a:headEnd/>
            <a:tailEnd/>
          </a:ln>
          <a:effectLst/>
        </p:spPr>
        <p:txBody>
          <a:bodyPr wrap="none" lIns="106669" tIns="53333" rIns="106669" bIns="53333" anchor="ctr"/>
          <a:lstStyle/>
          <a:p>
            <a:pPr>
              <a:defRPr/>
            </a:pPr>
            <a:endParaRPr lang="en-US" sz="9200" dirty="0"/>
          </a:p>
        </p:txBody>
      </p:sp>
      <p:sp>
        <p:nvSpPr>
          <p:cNvPr id="9" name="Rectangle 9"/>
          <p:cNvSpPr>
            <a:spLocks noChangeArrowheads="1"/>
          </p:cNvSpPr>
          <p:nvPr/>
        </p:nvSpPr>
        <p:spPr bwMode="auto">
          <a:xfrm>
            <a:off x="0" y="4204694"/>
            <a:ext cx="51206400" cy="133350"/>
          </a:xfrm>
          <a:prstGeom prst="rect">
            <a:avLst/>
          </a:prstGeom>
          <a:solidFill>
            <a:schemeClr val="accent5">
              <a:lumMod val="50000"/>
            </a:schemeClr>
          </a:solidFill>
          <a:ln w="152400">
            <a:noFill/>
            <a:miter lim="800000"/>
            <a:headEnd/>
            <a:tailEnd/>
          </a:ln>
          <a:effectLst/>
        </p:spPr>
        <p:txBody>
          <a:bodyPr wrap="none" lIns="106669" tIns="53333" rIns="106669" bIns="53333" anchor="ctr"/>
          <a:lstStyle/>
          <a:p>
            <a:pPr>
              <a:defRPr/>
            </a:pPr>
            <a:endParaRPr lang="en-US" sz="9200" dirty="0"/>
          </a:p>
        </p:txBody>
      </p:sp>
      <p:sp>
        <p:nvSpPr>
          <p:cNvPr id="10" name="Text Box 14"/>
          <p:cNvSpPr txBox="1">
            <a:spLocks noChangeArrowheads="1"/>
          </p:cNvSpPr>
          <p:nvPr/>
        </p:nvSpPr>
        <p:spPr bwMode="auto">
          <a:xfrm>
            <a:off x="2150274" y="28200427"/>
            <a:ext cx="2933700" cy="396669"/>
          </a:xfrm>
          <a:prstGeom prst="rect">
            <a:avLst/>
          </a:prstGeom>
          <a:noFill/>
          <a:ln w="9525">
            <a:noFill/>
            <a:miter lim="800000"/>
            <a:headEnd/>
            <a:tailEnd/>
          </a:ln>
          <a:effectLst/>
        </p:spPr>
        <p:txBody>
          <a:bodyPr lIns="106469" tIns="53224" rIns="106469" bIns="53224">
            <a:spAutoFit/>
          </a:bodyPr>
          <a:lstStyle/>
          <a:p>
            <a:pPr eaLnBrk="0" hangingPunct="0">
              <a:lnSpc>
                <a:spcPct val="65000"/>
              </a:lnSpc>
              <a:spcBef>
                <a:spcPct val="50000"/>
              </a:spcBef>
              <a:defRPr/>
            </a:pPr>
            <a:r>
              <a:rPr lang="en-US" sz="533"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1333"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5120199" rtl="0" eaLnBrk="1" latinLnBrk="0" hangingPunct="1">
        <a:spcBef>
          <a:spcPct val="0"/>
        </a:spcBef>
        <a:buNone/>
        <a:defRPr sz="10266" kern="1200">
          <a:solidFill>
            <a:schemeClr val="bg1"/>
          </a:solidFill>
          <a:latin typeface="Trebuchet MS" pitchFamily="34" charset="0"/>
          <a:ea typeface="+mj-ea"/>
          <a:cs typeface="+mj-cs"/>
        </a:defRPr>
      </a:lvl1pPr>
    </p:titleStyle>
    <p:bodyStyle>
      <a:lvl1pPr marL="1920075" indent="-1920075" algn="l" defTabSz="5120199" rtl="0" eaLnBrk="1" latinLnBrk="0" hangingPunct="1">
        <a:spcBef>
          <a:spcPct val="20000"/>
        </a:spcBef>
        <a:buFont typeface="Arial" pitchFamily="34" charset="0"/>
        <a:buChar char="•"/>
        <a:defRPr sz="18000" kern="1200">
          <a:solidFill>
            <a:schemeClr val="tx1"/>
          </a:solidFill>
          <a:latin typeface="+mn-lt"/>
          <a:ea typeface="+mn-ea"/>
          <a:cs typeface="+mn-cs"/>
        </a:defRPr>
      </a:lvl1pPr>
      <a:lvl2pPr marL="4160161" indent="-1600061" algn="l" defTabSz="5120199" rtl="0" eaLnBrk="1" latinLnBrk="0" hangingPunct="1">
        <a:spcBef>
          <a:spcPct val="20000"/>
        </a:spcBef>
        <a:buFont typeface="Arial" pitchFamily="34" charset="0"/>
        <a:buChar char="–"/>
        <a:defRPr sz="15733" kern="1200">
          <a:solidFill>
            <a:schemeClr val="tx1"/>
          </a:solidFill>
          <a:latin typeface="+mn-lt"/>
          <a:ea typeface="+mn-ea"/>
          <a:cs typeface="+mn-cs"/>
        </a:defRPr>
      </a:lvl2pPr>
      <a:lvl3pPr marL="6400248" indent="-1280051" algn="l" defTabSz="5120199" rtl="0" eaLnBrk="1" latinLnBrk="0" hangingPunct="1">
        <a:spcBef>
          <a:spcPct val="20000"/>
        </a:spcBef>
        <a:buFont typeface="Arial" pitchFamily="34" charset="0"/>
        <a:buChar char="•"/>
        <a:defRPr sz="13600" kern="1200">
          <a:solidFill>
            <a:schemeClr val="tx1"/>
          </a:solidFill>
          <a:latin typeface="+mn-lt"/>
          <a:ea typeface="+mn-ea"/>
          <a:cs typeface="+mn-cs"/>
        </a:defRPr>
      </a:lvl3pPr>
      <a:lvl4pPr marL="8960348"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4pPr>
      <a:lvl5pPr marL="11520445"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5pPr>
      <a:lvl6pPr marL="14080547"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6pPr>
      <a:lvl7pPr marL="16640644"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7pPr>
      <a:lvl8pPr marL="19200744"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8pPr>
      <a:lvl9pPr marL="21760843" indent="-1280051" algn="l" defTabSz="5120199" rtl="0" eaLnBrk="1" latinLnBrk="0" hangingPunct="1">
        <a:spcBef>
          <a:spcPct val="20000"/>
        </a:spcBef>
        <a:buFont typeface="Arial" pitchFamily="34" charset="0"/>
        <a:buChar char="•"/>
        <a:defRPr sz="11200" kern="1200">
          <a:solidFill>
            <a:schemeClr val="tx1"/>
          </a:solidFill>
          <a:latin typeface="+mn-lt"/>
          <a:ea typeface="+mn-ea"/>
          <a:cs typeface="+mn-cs"/>
        </a:defRPr>
      </a:lvl9pPr>
    </p:bodyStyle>
    <p:otherStyle>
      <a:defPPr>
        <a:defRPr lang="en-US"/>
      </a:defPPr>
      <a:lvl1pPr marL="0" algn="l" defTabSz="5120199" rtl="0" eaLnBrk="1" latinLnBrk="0" hangingPunct="1">
        <a:defRPr sz="10000" kern="1200">
          <a:solidFill>
            <a:schemeClr val="tx1"/>
          </a:solidFill>
          <a:latin typeface="+mn-lt"/>
          <a:ea typeface="+mn-ea"/>
          <a:cs typeface="+mn-cs"/>
        </a:defRPr>
      </a:lvl1pPr>
      <a:lvl2pPr marL="2560100" algn="l" defTabSz="5120199" rtl="0" eaLnBrk="1" latinLnBrk="0" hangingPunct="1">
        <a:defRPr sz="10000" kern="1200">
          <a:solidFill>
            <a:schemeClr val="tx1"/>
          </a:solidFill>
          <a:latin typeface="+mn-lt"/>
          <a:ea typeface="+mn-ea"/>
          <a:cs typeface="+mn-cs"/>
        </a:defRPr>
      </a:lvl2pPr>
      <a:lvl3pPr marL="5120199" algn="l" defTabSz="5120199" rtl="0" eaLnBrk="1" latinLnBrk="0" hangingPunct="1">
        <a:defRPr sz="10000" kern="1200">
          <a:solidFill>
            <a:schemeClr val="tx1"/>
          </a:solidFill>
          <a:latin typeface="+mn-lt"/>
          <a:ea typeface="+mn-ea"/>
          <a:cs typeface="+mn-cs"/>
        </a:defRPr>
      </a:lvl3pPr>
      <a:lvl4pPr marL="7680297" algn="l" defTabSz="5120199" rtl="0" eaLnBrk="1" latinLnBrk="0" hangingPunct="1">
        <a:defRPr sz="10000" kern="1200">
          <a:solidFill>
            <a:schemeClr val="tx1"/>
          </a:solidFill>
          <a:latin typeface="+mn-lt"/>
          <a:ea typeface="+mn-ea"/>
          <a:cs typeface="+mn-cs"/>
        </a:defRPr>
      </a:lvl4pPr>
      <a:lvl5pPr marL="10240396" algn="l" defTabSz="5120199" rtl="0" eaLnBrk="1" latinLnBrk="0" hangingPunct="1">
        <a:defRPr sz="10000" kern="1200">
          <a:solidFill>
            <a:schemeClr val="tx1"/>
          </a:solidFill>
          <a:latin typeface="+mn-lt"/>
          <a:ea typeface="+mn-ea"/>
          <a:cs typeface="+mn-cs"/>
        </a:defRPr>
      </a:lvl5pPr>
      <a:lvl6pPr marL="12800496" algn="l" defTabSz="5120199" rtl="0" eaLnBrk="1" latinLnBrk="0" hangingPunct="1">
        <a:defRPr sz="10000" kern="1200">
          <a:solidFill>
            <a:schemeClr val="tx1"/>
          </a:solidFill>
          <a:latin typeface="+mn-lt"/>
          <a:ea typeface="+mn-ea"/>
          <a:cs typeface="+mn-cs"/>
        </a:defRPr>
      </a:lvl6pPr>
      <a:lvl7pPr marL="15360597" algn="l" defTabSz="5120199" rtl="0" eaLnBrk="1" latinLnBrk="0" hangingPunct="1">
        <a:defRPr sz="10000" kern="1200">
          <a:solidFill>
            <a:schemeClr val="tx1"/>
          </a:solidFill>
          <a:latin typeface="+mn-lt"/>
          <a:ea typeface="+mn-ea"/>
          <a:cs typeface="+mn-cs"/>
        </a:defRPr>
      </a:lvl7pPr>
      <a:lvl8pPr marL="17920695" algn="l" defTabSz="5120199" rtl="0" eaLnBrk="1" latinLnBrk="0" hangingPunct="1">
        <a:defRPr sz="10000" kern="1200">
          <a:solidFill>
            <a:schemeClr val="tx1"/>
          </a:solidFill>
          <a:latin typeface="+mn-lt"/>
          <a:ea typeface="+mn-ea"/>
          <a:cs typeface="+mn-cs"/>
        </a:defRPr>
      </a:lvl8pPr>
      <a:lvl9pPr marL="20480793" algn="l" defTabSz="5120199" rtl="0" eaLnBrk="1" latinLnBrk="0" hangingPunct="1">
        <a:defRPr sz="10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2.png"/><Relationship Id="rId7" Type="http://schemas.openxmlformats.org/officeDocument/2006/relationships/oleObject" Target="../embeddings/oleObject5.bin"/><Relationship Id="rId2"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7.svg"/><Relationship Id="rId7" Type="http://schemas.openxmlformats.org/officeDocument/2006/relationships/oleObject" Target="../embeddings/oleObject6.bin"/><Relationship Id="rId2" Type="http://schemas.openxmlformats.org/officeDocument/2006/relationships/image" Target="../media/image16.png"/><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40000">
              <a:schemeClr val="bg1"/>
            </a:gs>
            <a:gs pos="100000">
              <a:schemeClr val="accent2"/>
            </a:gs>
          </a:gsLst>
          <a:path path="circle">
            <a:fillToRect l="50000" t="-80000" r="50000" b="180000"/>
          </a:path>
        </a:gradFill>
        <a:effectLst/>
      </p:bgPr>
    </p:bg>
    <p:spTree>
      <p:nvGrpSpPr>
        <p:cNvPr id="1" name=""/>
        <p:cNvGrpSpPr/>
        <p:nvPr/>
      </p:nvGrpSpPr>
      <p:grpSpPr>
        <a:xfrm>
          <a:off x="0" y="0"/>
          <a:ext cx="0" cy="0"/>
          <a:chOff x="0" y="0"/>
          <a:chExt cx="0" cy="0"/>
        </a:xfrm>
      </p:grpSpPr>
      <p:sp>
        <p:nvSpPr>
          <p:cNvPr id="37" name="Text Box 10">
            <a:extLst>
              <a:ext uri="{FF2B5EF4-FFF2-40B4-BE49-F238E27FC236}">
                <a16:creationId xmlns:a16="http://schemas.microsoft.com/office/drawing/2014/main" id="{329D5A0A-E4A9-4361-BA1D-2BDC375E90BD}"/>
              </a:ext>
            </a:extLst>
          </p:cNvPr>
          <p:cNvSpPr txBox="1"/>
          <p:nvPr/>
        </p:nvSpPr>
        <p:spPr>
          <a:xfrm>
            <a:off x="31434937" y="17800481"/>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3.81</a:t>
            </a:r>
          </a:p>
        </p:txBody>
      </p:sp>
      <p:sp>
        <p:nvSpPr>
          <p:cNvPr id="32" name="Text Box 10">
            <a:extLst>
              <a:ext uri="{FF2B5EF4-FFF2-40B4-BE49-F238E27FC236}">
                <a16:creationId xmlns:a16="http://schemas.microsoft.com/office/drawing/2014/main" id="{8F86F202-DDB2-445F-A7A4-3EBE1BF76C5D}"/>
              </a:ext>
            </a:extLst>
          </p:cNvPr>
          <p:cNvSpPr txBox="1"/>
          <p:nvPr/>
        </p:nvSpPr>
        <p:spPr>
          <a:xfrm>
            <a:off x="23529961" y="17800481"/>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0.62</a:t>
            </a:r>
          </a:p>
        </p:txBody>
      </p:sp>
      <p:pic>
        <p:nvPicPr>
          <p:cNvPr id="3" name="Picture 2" descr="http://cdn.wallpapersafari.com/31/44/Hf39dg.png">
            <a:extLst>
              <a:ext uri="{FF2B5EF4-FFF2-40B4-BE49-F238E27FC236}">
                <a16:creationId xmlns:a16="http://schemas.microsoft.com/office/drawing/2014/main" id="{C2418113-FFB1-43BC-A82B-A499D5C7147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083470" y="6107352"/>
            <a:ext cx="4681482" cy="4706301"/>
          </a:xfrm>
          <a:prstGeom prst="rect">
            <a:avLst/>
          </a:prstGeom>
          <a:noFill/>
          <a:ln>
            <a:noFill/>
          </a:ln>
        </p:spPr>
      </p:pic>
      <p:pic>
        <p:nvPicPr>
          <p:cNvPr id="4" name="Picture 3" descr="http://i.imgur.com/1dTooIo.png">
            <a:extLst>
              <a:ext uri="{FF2B5EF4-FFF2-40B4-BE49-F238E27FC236}">
                <a16:creationId xmlns:a16="http://schemas.microsoft.com/office/drawing/2014/main" id="{1CEC6989-660C-4659-BCD9-0FC16EE2EA5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17" r="7084" b="1250"/>
          <a:stretch/>
        </p:blipFill>
        <p:spPr bwMode="auto">
          <a:xfrm>
            <a:off x="27082459" y="5829040"/>
            <a:ext cx="4681482" cy="5605323"/>
          </a:xfrm>
          <a:prstGeom prst="rect">
            <a:avLst/>
          </a:prstGeom>
          <a:noFill/>
          <a:ln>
            <a:noFill/>
          </a:ln>
          <a:extLst>
            <a:ext uri="{53640926-AAD7-44D8-BBD7-CCE9431645EC}">
              <a14:shadowObscured xmlns:a14="http://schemas.microsoft.com/office/drawing/2010/main"/>
            </a:ext>
          </a:extLst>
        </p:spPr>
      </p:pic>
      <p:pic>
        <p:nvPicPr>
          <p:cNvPr id="5" name="Picture 4" descr="http://i.cdn.turner.com/nba/nba/.element/img/1.0/teamsites/logos/teamlogos_500x500/hou.png">
            <a:extLst>
              <a:ext uri="{FF2B5EF4-FFF2-40B4-BE49-F238E27FC236}">
                <a16:creationId xmlns:a16="http://schemas.microsoft.com/office/drawing/2014/main" id="{621B9FF9-60D2-4FD7-BE4C-C6453C73157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527" t="6442" r="15406" b="5881"/>
          <a:stretch/>
        </p:blipFill>
        <p:spPr bwMode="auto">
          <a:xfrm>
            <a:off x="36081448" y="5616847"/>
            <a:ext cx="4681482" cy="6029707"/>
          </a:xfrm>
          <a:prstGeom prst="rect">
            <a:avLst/>
          </a:prstGeom>
          <a:noFill/>
          <a:ln>
            <a:noFill/>
          </a:ln>
          <a:extLst>
            <a:ext uri="{53640926-AAD7-44D8-BBD7-CCE9431645EC}">
              <a14:shadowObscured xmlns:a14="http://schemas.microsoft.com/office/drawing/2010/main"/>
            </a:ext>
          </a:extLst>
        </p:spPr>
      </p:pic>
      <p:cxnSp>
        <p:nvCxnSpPr>
          <p:cNvPr id="8" name="Straight Arrow Connector 7">
            <a:extLst>
              <a:ext uri="{FF2B5EF4-FFF2-40B4-BE49-F238E27FC236}">
                <a16:creationId xmlns:a16="http://schemas.microsoft.com/office/drawing/2014/main" id="{7C330AD5-69A2-42D4-BAA7-C7C3FA532795}"/>
              </a:ext>
            </a:extLst>
          </p:cNvPr>
          <p:cNvCxnSpPr>
            <a:cxnSpLocks/>
          </p:cNvCxnSpPr>
          <p:nvPr/>
        </p:nvCxnSpPr>
        <p:spPr>
          <a:xfrm>
            <a:off x="23150539" y="9128699"/>
            <a:ext cx="3931920" cy="0"/>
          </a:xfrm>
          <a:prstGeom prst="straightConnector1">
            <a:avLst/>
          </a:prstGeom>
          <a:ln w="231775">
            <a:solidFill>
              <a:srgbClr val="000000"/>
            </a:solidFill>
            <a:headEnd type="none" w="med" len="med"/>
            <a:tailEnd type="stealth" w="lg" len="lg"/>
          </a:ln>
        </p:spPr>
        <p:style>
          <a:lnRef idx="3">
            <a:schemeClr val="dk1"/>
          </a:lnRef>
          <a:fillRef idx="0">
            <a:schemeClr val="dk1"/>
          </a:fillRef>
          <a:effectRef idx="2">
            <a:schemeClr val="dk1"/>
          </a:effectRef>
          <a:fontRef idx="minor">
            <a:schemeClr val="tx1"/>
          </a:fontRef>
        </p:style>
      </p:cxnSp>
      <p:sp>
        <p:nvSpPr>
          <p:cNvPr id="11" name="Text Box 10">
            <a:extLst>
              <a:ext uri="{FF2B5EF4-FFF2-40B4-BE49-F238E27FC236}">
                <a16:creationId xmlns:a16="http://schemas.microsoft.com/office/drawing/2014/main" id="{C67673EC-31E1-431E-B0D5-6F2F0A4E19AB}"/>
              </a:ext>
            </a:extLst>
          </p:cNvPr>
          <p:cNvSpPr txBox="1"/>
          <p:nvPr/>
        </p:nvSpPr>
        <p:spPr>
          <a:xfrm>
            <a:off x="22713536" y="7354990"/>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3.36</a:t>
            </a:r>
          </a:p>
        </p:txBody>
      </p:sp>
      <p:pic>
        <p:nvPicPr>
          <p:cNvPr id="19" name="Picture 18">
            <a:extLst>
              <a:ext uri="{FF2B5EF4-FFF2-40B4-BE49-F238E27FC236}">
                <a16:creationId xmlns:a16="http://schemas.microsoft.com/office/drawing/2014/main" id="{404AE297-E2BB-49AE-831B-0997D09BBE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080437" y="6107352"/>
            <a:ext cx="4681482" cy="4681482"/>
          </a:xfrm>
          <a:prstGeom prst="rect">
            <a:avLst/>
          </a:prstGeom>
        </p:spPr>
      </p:pic>
      <p:cxnSp>
        <p:nvCxnSpPr>
          <p:cNvPr id="24" name="Straight Arrow Connector 23">
            <a:extLst>
              <a:ext uri="{FF2B5EF4-FFF2-40B4-BE49-F238E27FC236}">
                <a16:creationId xmlns:a16="http://schemas.microsoft.com/office/drawing/2014/main" id="{0047939A-1959-4B75-988E-A672F7BFA966}"/>
              </a:ext>
            </a:extLst>
          </p:cNvPr>
          <p:cNvCxnSpPr>
            <a:cxnSpLocks/>
          </p:cNvCxnSpPr>
          <p:nvPr/>
        </p:nvCxnSpPr>
        <p:spPr>
          <a:xfrm>
            <a:off x="41148517" y="9283460"/>
            <a:ext cx="3931920" cy="0"/>
          </a:xfrm>
          <a:prstGeom prst="straightConnector1">
            <a:avLst/>
          </a:prstGeom>
          <a:ln w="231775">
            <a:solidFill>
              <a:srgbClr val="000000"/>
            </a:solidFill>
            <a:headEnd type="none" w="med" len="med"/>
            <a:tailEnd type="stealth" w="lg" len="lg"/>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7C4F605C-5E7E-4D7B-B455-BAB85CBBADA4}"/>
              </a:ext>
            </a:extLst>
          </p:cNvPr>
          <p:cNvCxnSpPr>
            <a:cxnSpLocks/>
          </p:cNvCxnSpPr>
          <p:nvPr/>
        </p:nvCxnSpPr>
        <p:spPr>
          <a:xfrm>
            <a:off x="31763941" y="9283460"/>
            <a:ext cx="3931920" cy="0"/>
          </a:xfrm>
          <a:prstGeom prst="straightConnector1">
            <a:avLst/>
          </a:prstGeom>
          <a:ln w="231775">
            <a:solidFill>
              <a:srgbClr val="000000"/>
            </a:solidFill>
            <a:headEnd type="none" w="med" len="med"/>
            <a:tailEnd type="stealth" w="lg" len="lg"/>
          </a:ln>
        </p:spPr>
        <p:style>
          <a:lnRef idx="3">
            <a:schemeClr val="dk1"/>
          </a:lnRef>
          <a:fillRef idx="0">
            <a:schemeClr val="dk1"/>
          </a:fillRef>
          <a:effectRef idx="2">
            <a:schemeClr val="dk1"/>
          </a:effectRef>
          <a:fontRef idx="minor">
            <a:schemeClr val="tx1"/>
          </a:fontRef>
        </p:style>
      </p:cxnSp>
      <p:sp>
        <p:nvSpPr>
          <p:cNvPr id="26" name="Text Box 10">
            <a:extLst>
              <a:ext uri="{FF2B5EF4-FFF2-40B4-BE49-F238E27FC236}">
                <a16:creationId xmlns:a16="http://schemas.microsoft.com/office/drawing/2014/main" id="{4684DCF0-90F0-480C-9DE5-F6E4E4A93697}"/>
              </a:ext>
            </a:extLst>
          </p:cNvPr>
          <p:cNvSpPr txBox="1"/>
          <p:nvPr/>
        </p:nvSpPr>
        <p:spPr>
          <a:xfrm>
            <a:off x="40777615" y="7354990"/>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0.60</a:t>
            </a:r>
          </a:p>
        </p:txBody>
      </p:sp>
      <p:sp>
        <p:nvSpPr>
          <p:cNvPr id="27" name="Text Box 10">
            <a:extLst>
              <a:ext uri="{FF2B5EF4-FFF2-40B4-BE49-F238E27FC236}">
                <a16:creationId xmlns:a16="http://schemas.microsoft.com/office/drawing/2014/main" id="{EAC8820E-C603-44B8-A85D-EEA2C5419B02}"/>
              </a:ext>
            </a:extLst>
          </p:cNvPr>
          <p:cNvSpPr txBox="1"/>
          <p:nvPr/>
        </p:nvSpPr>
        <p:spPr>
          <a:xfrm>
            <a:off x="31369625" y="7354990"/>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2.98</a:t>
            </a:r>
          </a:p>
        </p:txBody>
      </p:sp>
      <p:pic>
        <p:nvPicPr>
          <p:cNvPr id="28" name="Picture 27" descr="http://cdn.wallpapersafari.com/31/44/Hf39dg.png">
            <a:extLst>
              <a:ext uri="{FF2B5EF4-FFF2-40B4-BE49-F238E27FC236}">
                <a16:creationId xmlns:a16="http://schemas.microsoft.com/office/drawing/2014/main" id="{4627C124-3760-4022-A950-CA7D5F073D8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083470" y="16552843"/>
            <a:ext cx="4681482" cy="4706301"/>
          </a:xfrm>
          <a:prstGeom prst="rect">
            <a:avLst/>
          </a:prstGeom>
          <a:noFill/>
          <a:ln>
            <a:noFill/>
          </a:ln>
        </p:spPr>
      </p:pic>
      <p:pic>
        <p:nvPicPr>
          <p:cNvPr id="29" name="Picture 28" descr="http://i.imgur.com/1dTooIo.png">
            <a:extLst>
              <a:ext uri="{FF2B5EF4-FFF2-40B4-BE49-F238E27FC236}">
                <a16:creationId xmlns:a16="http://schemas.microsoft.com/office/drawing/2014/main" id="{C74FA7ED-6DDF-499A-A14A-00A76E2C3EF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17" r="7084" b="1250"/>
          <a:stretch/>
        </p:blipFill>
        <p:spPr bwMode="auto">
          <a:xfrm>
            <a:off x="27082459" y="16274531"/>
            <a:ext cx="4681482" cy="5605323"/>
          </a:xfrm>
          <a:prstGeom prst="rect">
            <a:avLst/>
          </a:prstGeom>
          <a:noFill/>
          <a:ln>
            <a:noFill/>
          </a:ln>
          <a:extLst>
            <a:ext uri="{53640926-AAD7-44D8-BBD7-CCE9431645EC}">
              <a14:shadowObscured xmlns:a14="http://schemas.microsoft.com/office/drawing/2010/main"/>
            </a:ext>
          </a:extLst>
        </p:spPr>
      </p:pic>
      <p:pic>
        <p:nvPicPr>
          <p:cNvPr id="30" name="Picture 29" descr="http://i.cdn.turner.com/nba/nba/.element/img/1.0/teamsites/logos/teamlogos_500x500/hou.png">
            <a:extLst>
              <a:ext uri="{FF2B5EF4-FFF2-40B4-BE49-F238E27FC236}">
                <a16:creationId xmlns:a16="http://schemas.microsoft.com/office/drawing/2014/main" id="{9046C930-C3B4-4B78-8C8C-E5B1EB4DCE0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527" t="6442" r="15406" b="5881"/>
          <a:stretch/>
        </p:blipFill>
        <p:spPr bwMode="auto">
          <a:xfrm>
            <a:off x="36081448" y="16062338"/>
            <a:ext cx="4681482" cy="6029707"/>
          </a:xfrm>
          <a:prstGeom prst="rect">
            <a:avLst/>
          </a:prstGeom>
          <a:noFill/>
          <a:ln>
            <a:noFill/>
          </a:ln>
          <a:extLst>
            <a:ext uri="{53640926-AAD7-44D8-BBD7-CCE9431645EC}">
              <a14:shadowObscured xmlns:a14="http://schemas.microsoft.com/office/drawing/2010/main"/>
            </a:ext>
          </a:extLst>
        </p:spPr>
      </p:pic>
      <p:cxnSp>
        <p:nvCxnSpPr>
          <p:cNvPr id="31" name="Straight Arrow Connector 30">
            <a:extLst>
              <a:ext uri="{FF2B5EF4-FFF2-40B4-BE49-F238E27FC236}">
                <a16:creationId xmlns:a16="http://schemas.microsoft.com/office/drawing/2014/main" id="{700687E7-15E8-4102-B341-47FDDB238A7A}"/>
              </a:ext>
            </a:extLst>
          </p:cNvPr>
          <p:cNvCxnSpPr>
            <a:cxnSpLocks/>
          </p:cNvCxnSpPr>
          <p:nvPr/>
        </p:nvCxnSpPr>
        <p:spPr>
          <a:xfrm>
            <a:off x="23150539" y="19574190"/>
            <a:ext cx="3931920" cy="0"/>
          </a:xfrm>
          <a:prstGeom prst="straightConnector1">
            <a:avLst/>
          </a:prstGeom>
          <a:ln w="231775">
            <a:solidFill>
              <a:srgbClr val="000000"/>
            </a:solidFill>
            <a:headEnd type="stealth" w="lg" len="lg"/>
            <a:tailEnd type="none" w="lg" len="lg"/>
          </a:ln>
        </p:spPr>
        <p:style>
          <a:lnRef idx="3">
            <a:schemeClr val="dk1"/>
          </a:lnRef>
          <a:fillRef idx="0">
            <a:schemeClr val="dk1"/>
          </a:fillRef>
          <a:effectRef idx="2">
            <a:schemeClr val="dk1"/>
          </a:effectRef>
          <a:fontRef idx="minor">
            <a:schemeClr val="tx1"/>
          </a:fontRef>
        </p:style>
      </p:cxnSp>
      <p:pic>
        <p:nvPicPr>
          <p:cNvPr id="33" name="Picture 32">
            <a:extLst>
              <a:ext uri="{FF2B5EF4-FFF2-40B4-BE49-F238E27FC236}">
                <a16:creationId xmlns:a16="http://schemas.microsoft.com/office/drawing/2014/main" id="{9BCCF42F-F8C3-4486-9528-9EE7971D1C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080437" y="16552843"/>
            <a:ext cx="4681482" cy="4681482"/>
          </a:xfrm>
          <a:prstGeom prst="rect">
            <a:avLst/>
          </a:prstGeom>
        </p:spPr>
      </p:pic>
      <p:cxnSp>
        <p:nvCxnSpPr>
          <p:cNvPr id="34" name="Straight Arrow Connector 33">
            <a:extLst>
              <a:ext uri="{FF2B5EF4-FFF2-40B4-BE49-F238E27FC236}">
                <a16:creationId xmlns:a16="http://schemas.microsoft.com/office/drawing/2014/main" id="{A06B5867-E712-4BA3-A4D2-4474E8F8D775}"/>
              </a:ext>
            </a:extLst>
          </p:cNvPr>
          <p:cNvCxnSpPr>
            <a:cxnSpLocks/>
          </p:cNvCxnSpPr>
          <p:nvPr/>
        </p:nvCxnSpPr>
        <p:spPr>
          <a:xfrm>
            <a:off x="41148517" y="19728951"/>
            <a:ext cx="3931920" cy="0"/>
          </a:xfrm>
          <a:prstGeom prst="straightConnector1">
            <a:avLst/>
          </a:prstGeom>
          <a:ln w="231775">
            <a:solidFill>
              <a:srgbClr val="000000"/>
            </a:solidFill>
            <a:headEnd type="none" w="med" len="med"/>
            <a:tailEnd type="stealth" w="lg" len="lg"/>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9215F256-13F8-4786-92C2-32AD815289D4}"/>
              </a:ext>
            </a:extLst>
          </p:cNvPr>
          <p:cNvCxnSpPr>
            <a:cxnSpLocks/>
          </p:cNvCxnSpPr>
          <p:nvPr/>
        </p:nvCxnSpPr>
        <p:spPr>
          <a:xfrm>
            <a:off x="31763941" y="19728951"/>
            <a:ext cx="3931920" cy="0"/>
          </a:xfrm>
          <a:prstGeom prst="straightConnector1">
            <a:avLst/>
          </a:prstGeom>
          <a:ln w="231775">
            <a:solidFill>
              <a:srgbClr val="000000"/>
            </a:solidFill>
            <a:headEnd type="none" w="lg" len="lg"/>
            <a:tailEnd type="stealth" w="lg" len="lg"/>
          </a:ln>
        </p:spPr>
        <p:style>
          <a:lnRef idx="3">
            <a:schemeClr val="dk1"/>
          </a:lnRef>
          <a:fillRef idx="0">
            <a:schemeClr val="dk1"/>
          </a:fillRef>
          <a:effectRef idx="2">
            <a:schemeClr val="dk1"/>
          </a:effectRef>
          <a:fontRef idx="minor">
            <a:schemeClr val="tx1"/>
          </a:fontRef>
        </p:style>
      </p:cxnSp>
      <p:sp>
        <p:nvSpPr>
          <p:cNvPr id="36" name="Text Box 10">
            <a:extLst>
              <a:ext uri="{FF2B5EF4-FFF2-40B4-BE49-F238E27FC236}">
                <a16:creationId xmlns:a16="http://schemas.microsoft.com/office/drawing/2014/main" id="{483C6E40-78B7-4E51-8BBF-B9D5937DC7F8}"/>
              </a:ext>
            </a:extLst>
          </p:cNvPr>
          <p:cNvSpPr txBox="1"/>
          <p:nvPr/>
        </p:nvSpPr>
        <p:spPr>
          <a:xfrm>
            <a:off x="40815715" y="17800481"/>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0.91</a:t>
            </a:r>
          </a:p>
        </p:txBody>
      </p:sp>
      <p:sp>
        <p:nvSpPr>
          <p:cNvPr id="41" name="Arc 40">
            <a:extLst>
              <a:ext uri="{FF2B5EF4-FFF2-40B4-BE49-F238E27FC236}">
                <a16:creationId xmlns:a16="http://schemas.microsoft.com/office/drawing/2014/main" id="{16F75D67-EC4B-4759-B054-32D7327FDF02}"/>
              </a:ext>
            </a:extLst>
          </p:cNvPr>
          <p:cNvSpPr/>
          <p:nvPr/>
        </p:nvSpPr>
        <p:spPr>
          <a:xfrm rot="10800000">
            <a:off x="20424210" y="20748710"/>
            <a:ext cx="17319881" cy="3532365"/>
          </a:xfrm>
          <a:prstGeom prst="arc">
            <a:avLst>
              <a:gd name="adj1" fmla="val 10810246"/>
              <a:gd name="adj2" fmla="val 21550119"/>
            </a:avLst>
          </a:prstGeom>
          <a:ln w="254000" cap="flat" cmpd="sng" algn="ctr">
            <a:solidFill>
              <a:srgbClr val="000000"/>
            </a:solidFill>
            <a:prstDash val="solid"/>
            <a:miter lim="800000"/>
            <a:headEnd type="stealth" w="lg" len="lg"/>
            <a:tailEnd type="none" w="lg" len="lg"/>
          </a:ln>
        </p:spPr>
        <p:style>
          <a:lnRef idx="0">
            <a:scrgbClr r="0" g="0" b="0"/>
          </a:lnRef>
          <a:fillRef idx="0">
            <a:scrgbClr r="0" g="0" b="0"/>
          </a:fillRef>
          <a:effectRef idx="0">
            <a:scrgbClr r="0" g="0" b="0"/>
          </a:effectRef>
          <a:fontRef idx="minor">
            <a:schemeClr val="tx1"/>
          </a:fontRef>
        </p:style>
        <p:txBody>
          <a:bodyPr rtlCol="0" anchor="ctr"/>
          <a:lstStyle/>
          <a:p>
            <a:pPr algn="ctr"/>
            <a:endParaRPr lang="en-US">
              <a:solidFill>
                <a:srgbClr val="000000"/>
              </a:solidFill>
              <a:latin typeface="Jost Bold" pitchFamily="2" charset="0"/>
              <a:ea typeface="Jost Bold" pitchFamily="2" charset="0"/>
            </a:endParaRPr>
          </a:p>
        </p:txBody>
      </p:sp>
      <p:sp>
        <p:nvSpPr>
          <p:cNvPr id="42" name="Text Box 10">
            <a:extLst>
              <a:ext uri="{FF2B5EF4-FFF2-40B4-BE49-F238E27FC236}">
                <a16:creationId xmlns:a16="http://schemas.microsoft.com/office/drawing/2014/main" id="{6AD2CF1C-354A-469F-92D8-E8CF824466C4}"/>
              </a:ext>
            </a:extLst>
          </p:cNvPr>
          <p:cNvSpPr txBox="1"/>
          <p:nvPr/>
        </p:nvSpPr>
        <p:spPr>
          <a:xfrm>
            <a:off x="27431532" y="22390643"/>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3.68</a:t>
            </a:r>
          </a:p>
        </p:txBody>
      </p:sp>
      <p:sp>
        <p:nvSpPr>
          <p:cNvPr id="43" name="Arc 42">
            <a:extLst>
              <a:ext uri="{FF2B5EF4-FFF2-40B4-BE49-F238E27FC236}">
                <a16:creationId xmlns:a16="http://schemas.microsoft.com/office/drawing/2014/main" id="{4D1BB027-C171-4E28-8EC7-B9799905DF16}"/>
              </a:ext>
            </a:extLst>
          </p:cNvPr>
          <p:cNvSpPr/>
          <p:nvPr/>
        </p:nvSpPr>
        <p:spPr>
          <a:xfrm rot="10800000">
            <a:off x="20424209" y="19077191"/>
            <a:ext cx="26899309" cy="7186790"/>
          </a:xfrm>
          <a:prstGeom prst="arc">
            <a:avLst>
              <a:gd name="adj1" fmla="val 10810246"/>
              <a:gd name="adj2" fmla="val 21584629"/>
            </a:avLst>
          </a:prstGeom>
          <a:ln w="254000" cap="flat" cmpd="sng" algn="ctr">
            <a:solidFill>
              <a:srgbClr val="000000"/>
            </a:solidFill>
            <a:prstDash val="solid"/>
            <a:miter lim="800000"/>
            <a:headEnd type="stealth" w="lg" len="lg"/>
            <a:tailEnd type="none" w="lg" len="lg"/>
          </a:ln>
        </p:spPr>
        <p:style>
          <a:lnRef idx="0">
            <a:scrgbClr r="0" g="0" b="0"/>
          </a:lnRef>
          <a:fillRef idx="0">
            <a:scrgbClr r="0" g="0" b="0"/>
          </a:fillRef>
          <a:effectRef idx="0">
            <a:scrgbClr r="0" g="0" b="0"/>
          </a:effectRef>
          <a:fontRef idx="minor">
            <a:schemeClr val="tx1"/>
          </a:fontRef>
        </p:style>
        <p:txBody>
          <a:bodyPr rtlCol="0" anchor="ctr"/>
          <a:lstStyle/>
          <a:p>
            <a:pPr algn="ctr"/>
            <a:endParaRPr lang="en-US">
              <a:solidFill>
                <a:srgbClr val="000000"/>
              </a:solidFill>
              <a:latin typeface="Jost Bold" pitchFamily="2" charset="0"/>
              <a:ea typeface="Jost Bold" pitchFamily="2" charset="0"/>
            </a:endParaRPr>
          </a:p>
        </p:txBody>
      </p:sp>
      <p:sp>
        <p:nvSpPr>
          <p:cNvPr id="44" name="Text Box 10">
            <a:extLst>
              <a:ext uri="{FF2B5EF4-FFF2-40B4-BE49-F238E27FC236}">
                <a16:creationId xmlns:a16="http://schemas.microsoft.com/office/drawing/2014/main" id="{09B6F407-E4C1-4229-8851-731E51C87EC7}"/>
              </a:ext>
            </a:extLst>
          </p:cNvPr>
          <p:cNvSpPr txBox="1"/>
          <p:nvPr/>
        </p:nvSpPr>
        <p:spPr>
          <a:xfrm>
            <a:off x="36779594" y="24105371"/>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17.13</a:t>
            </a:r>
          </a:p>
        </p:txBody>
      </p:sp>
      <p:sp>
        <p:nvSpPr>
          <p:cNvPr id="45" name="Arc 44">
            <a:extLst>
              <a:ext uri="{FF2B5EF4-FFF2-40B4-BE49-F238E27FC236}">
                <a16:creationId xmlns:a16="http://schemas.microsoft.com/office/drawing/2014/main" id="{FE0EFE66-373B-4D09-B36D-1A0AA6E26DC4}"/>
              </a:ext>
            </a:extLst>
          </p:cNvPr>
          <p:cNvSpPr/>
          <p:nvPr/>
        </p:nvSpPr>
        <p:spPr>
          <a:xfrm>
            <a:off x="30111321" y="14296155"/>
            <a:ext cx="17319881" cy="3532365"/>
          </a:xfrm>
          <a:prstGeom prst="arc">
            <a:avLst>
              <a:gd name="adj1" fmla="val 10810246"/>
              <a:gd name="adj2" fmla="val 21550119"/>
            </a:avLst>
          </a:prstGeom>
          <a:ln w="254000" cap="flat" cmpd="sng" algn="ctr">
            <a:solidFill>
              <a:srgbClr val="000000"/>
            </a:solidFill>
            <a:prstDash val="solid"/>
            <a:miter lim="800000"/>
            <a:headEnd type="none" w="lg" len="lg"/>
            <a:tailEnd type="stealth" w="lg" len="lg"/>
          </a:ln>
        </p:spPr>
        <p:style>
          <a:lnRef idx="0">
            <a:scrgbClr r="0" g="0" b="0"/>
          </a:lnRef>
          <a:fillRef idx="0">
            <a:scrgbClr r="0" g="0" b="0"/>
          </a:fillRef>
          <a:effectRef idx="0">
            <a:scrgbClr r="0" g="0" b="0"/>
          </a:effectRef>
          <a:fontRef idx="minor">
            <a:schemeClr val="tx1"/>
          </a:fontRef>
        </p:style>
        <p:txBody>
          <a:bodyPr rtlCol="0" anchor="ctr"/>
          <a:lstStyle/>
          <a:p>
            <a:pPr algn="ctr"/>
            <a:endParaRPr lang="en-US">
              <a:solidFill>
                <a:srgbClr val="000000"/>
              </a:solidFill>
              <a:latin typeface="Jost Bold" pitchFamily="2" charset="0"/>
              <a:ea typeface="Jost Bold" pitchFamily="2" charset="0"/>
            </a:endParaRPr>
          </a:p>
        </p:txBody>
      </p:sp>
      <p:sp>
        <p:nvSpPr>
          <p:cNvPr id="46" name="Text Box 10">
            <a:extLst>
              <a:ext uri="{FF2B5EF4-FFF2-40B4-BE49-F238E27FC236}">
                <a16:creationId xmlns:a16="http://schemas.microsoft.com/office/drawing/2014/main" id="{03325FDF-F7E9-44FD-A9C7-51D858DD9EFF}"/>
              </a:ext>
            </a:extLst>
          </p:cNvPr>
          <p:cNvSpPr txBox="1"/>
          <p:nvPr/>
        </p:nvSpPr>
        <p:spPr>
          <a:xfrm>
            <a:off x="36430521" y="12573314"/>
            <a:ext cx="3983336" cy="2553420"/>
          </a:xfrm>
          <a:prstGeom prst="rect">
            <a:avLst/>
          </a:prstGeom>
          <a:noFill/>
          <a:ln w="6350">
            <a:noFill/>
          </a:ln>
        </p:spPr>
        <p:txBody>
          <a:bodyPr rot="0" spcFirstLastPara="0" vert="horz" wrap="square" lIns="121920" tIns="60960" rIns="121920" bIns="60960" numCol="1" spcCol="0" rtlCol="0" fromWordArt="0" anchor="t" anchorCtr="0" forceAA="0" compatLnSpc="1">
            <a:prstTxWarp prst="textNoShape">
              <a:avLst/>
            </a:prstTxWarp>
            <a:noAutofit/>
          </a:bodyPr>
          <a:lstStyle/>
          <a:p>
            <a:pPr algn="ctr">
              <a:lnSpc>
                <a:spcPct val="107000"/>
              </a:lnSpc>
              <a:spcAft>
                <a:spcPts val="1067"/>
              </a:spcAft>
            </a:pPr>
            <a:r>
              <a:rPr lang="en-US" sz="8800" b="1" dirty="0">
                <a:solidFill>
                  <a:srgbClr val="000000"/>
                </a:solidFill>
                <a:latin typeface="Jost Bold" pitchFamily="2" charset="0"/>
                <a:ea typeface="Jost Bold" pitchFamily="2" charset="0"/>
                <a:cs typeface="Times New Roman" panose="02020603050405020304" pitchFamily="18" charset="0"/>
              </a:rPr>
              <a:t>0.83</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6FB3C49-47FB-404D-ABE0-31D13AC9959D}"/>
                  </a:ext>
                </a:extLst>
              </p:cNvPr>
              <p:cNvSpPr txBox="1"/>
              <p:nvPr/>
            </p:nvSpPr>
            <p:spPr>
              <a:xfrm>
                <a:off x="1836368" y="7354990"/>
                <a:ext cx="16635119" cy="12457128"/>
              </a:xfrm>
              <a:prstGeom prst="rect">
                <a:avLst/>
              </a:prstGeom>
              <a:noFill/>
            </p:spPr>
            <p:txBody>
              <a:bodyPr wrap="square" rtlCol="0">
                <a:spAutoFit/>
              </a:bodyPr>
              <a:lstStyle/>
              <a:p>
                <a:r>
                  <a:rPr lang="en-US" sz="13000" u="sng" dirty="0">
                    <a:solidFill>
                      <a:srgbClr val="000000"/>
                    </a:solidFill>
                    <a:latin typeface="Jost Black" pitchFamily="2" charset="0"/>
                    <a:ea typeface="Jost Black" pitchFamily="2" charset="0"/>
                  </a:rPr>
                  <a:t>Transitive Model</a:t>
                </a:r>
              </a:p>
              <a:p>
                <a:endParaRPr lang="en-US" sz="4800" i="1" dirty="0">
                  <a:solidFill>
                    <a:srgbClr val="000000"/>
                  </a:solidFill>
                  <a:latin typeface="Cambria Math" panose="02040503050406030204" pitchFamily="18" charset="0"/>
                </a:endParaRPr>
              </a:p>
              <a:p>
                <a14:m>
                  <m:oMath xmlns:m="http://schemas.openxmlformats.org/officeDocument/2006/math">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𝜇</m:t>
                        </m:r>
                      </m:e>
                      <m:sub>
                        <m:r>
                          <a:rPr lang="en-US" sz="11500" i="1" smtClean="0">
                            <a:solidFill>
                              <a:srgbClr val="000000"/>
                            </a:solidFill>
                            <a:latin typeface="Cambria Math" panose="02040503050406030204" pitchFamily="18" charset="0"/>
                          </a:rPr>
                          <m:t>𝑖𝑗</m:t>
                        </m:r>
                      </m:sub>
                    </m:sSub>
                    <m:r>
                      <a:rPr lang="en-US" sz="11500" i="1" smtClean="0">
                        <a:solidFill>
                          <a:srgbClr val="000000"/>
                        </a:solidFill>
                        <a:latin typeface="Cambria Math" panose="02040503050406030204" pitchFamily="18" charset="0"/>
                      </a:rPr>
                      <m:t>=</m:t>
                    </m:r>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𝛼</m:t>
                        </m:r>
                      </m:e>
                      <m:sub>
                        <m:r>
                          <a:rPr lang="en-US" sz="11500" i="1" smtClean="0">
                            <a:solidFill>
                              <a:srgbClr val="000000"/>
                            </a:solidFill>
                            <a:latin typeface="Cambria Math" panose="02040503050406030204" pitchFamily="18" charset="0"/>
                          </a:rPr>
                          <m:t>𝑖</m:t>
                        </m:r>
                      </m:sub>
                    </m:sSub>
                    <m:r>
                      <a:rPr lang="en-US" sz="11500" i="1" smtClean="0">
                        <a:solidFill>
                          <a:srgbClr val="000000"/>
                        </a:solidFill>
                        <a:latin typeface="Cambria Math" panose="02040503050406030204" pitchFamily="18" charset="0"/>
                      </a:rPr>
                      <m:t>−</m:t>
                    </m:r>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𝛼</m:t>
                        </m:r>
                      </m:e>
                      <m:sub>
                        <m:r>
                          <a:rPr lang="en-US" sz="11500" i="1" smtClean="0">
                            <a:solidFill>
                              <a:srgbClr val="000000"/>
                            </a:solidFill>
                            <a:latin typeface="Cambria Math" panose="02040503050406030204" pitchFamily="18" charset="0"/>
                          </a:rPr>
                          <m:t>𝑗</m:t>
                        </m:r>
                      </m:sub>
                    </m:sSub>
                  </m:oMath>
                </a14:m>
                <a:r>
                  <a:rPr lang="en-US" sz="9600" u="sng" dirty="0">
                    <a:solidFill>
                      <a:srgbClr val="000000"/>
                    </a:solidFill>
                    <a:latin typeface="Arial Black" panose="020B0A04020102020204" pitchFamily="34" charset="0"/>
                  </a:rPr>
                  <a:t> </a:t>
                </a:r>
              </a:p>
              <a:p>
                <a:endParaRPr lang="en-US" sz="19900" u="sng" dirty="0">
                  <a:solidFill>
                    <a:srgbClr val="000000"/>
                  </a:solidFill>
                  <a:latin typeface="Arial Black" panose="020B0A04020102020204" pitchFamily="34" charset="0"/>
                </a:endParaRPr>
              </a:p>
              <a:p>
                <a:r>
                  <a:rPr lang="en-US" sz="13000" u="sng" dirty="0">
                    <a:solidFill>
                      <a:srgbClr val="000000"/>
                    </a:solidFill>
                    <a:latin typeface="Jost Black" pitchFamily="2" charset="0"/>
                    <a:ea typeface="Jost Black" pitchFamily="2" charset="0"/>
                  </a:rPr>
                  <a:t>Intransitive Model</a:t>
                </a:r>
              </a:p>
              <a:p>
                <a:endParaRPr lang="en-US" sz="4800" u="sng" dirty="0">
                  <a:solidFill>
                    <a:srgbClr val="000000"/>
                  </a:solidFill>
                  <a:latin typeface="Arial Black" panose="020B0A04020102020204" pitchFamily="34" charset="0"/>
                </a:endParaRPr>
              </a:p>
              <a:p>
                <a14:m>
                  <m:oMath xmlns:m="http://schemas.openxmlformats.org/officeDocument/2006/math">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𝜇</m:t>
                        </m:r>
                      </m:e>
                      <m:sub>
                        <m:r>
                          <a:rPr lang="en-US" sz="11500" i="1" smtClean="0">
                            <a:solidFill>
                              <a:srgbClr val="000000"/>
                            </a:solidFill>
                            <a:latin typeface="Cambria Math" panose="02040503050406030204" pitchFamily="18" charset="0"/>
                          </a:rPr>
                          <m:t>𝑖𝑗</m:t>
                        </m:r>
                      </m:sub>
                    </m:sSub>
                    <m:r>
                      <a:rPr lang="en-US" sz="11500" i="1" smtClean="0">
                        <a:solidFill>
                          <a:srgbClr val="000000"/>
                        </a:solidFill>
                        <a:latin typeface="Cambria Math" panose="02040503050406030204" pitchFamily="18" charset="0"/>
                      </a:rPr>
                      <m:t>=</m:t>
                    </m:r>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𝛼</m:t>
                        </m:r>
                      </m:e>
                      <m:sub>
                        <m:r>
                          <a:rPr lang="en-US" sz="11500" i="1" smtClean="0">
                            <a:solidFill>
                              <a:srgbClr val="000000"/>
                            </a:solidFill>
                            <a:latin typeface="Cambria Math" panose="02040503050406030204" pitchFamily="18" charset="0"/>
                          </a:rPr>
                          <m:t>𝑖</m:t>
                        </m:r>
                      </m:sub>
                    </m:sSub>
                    <m:r>
                      <a:rPr lang="en-US" sz="11500" i="1" smtClean="0">
                        <a:solidFill>
                          <a:srgbClr val="000000"/>
                        </a:solidFill>
                        <a:latin typeface="Cambria Math" panose="02040503050406030204" pitchFamily="18" charset="0"/>
                      </a:rPr>
                      <m:t>−</m:t>
                    </m:r>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𝛼</m:t>
                        </m:r>
                      </m:e>
                      <m:sub>
                        <m:r>
                          <a:rPr lang="en-US" sz="11500" i="1" smtClean="0">
                            <a:solidFill>
                              <a:srgbClr val="000000"/>
                            </a:solidFill>
                            <a:latin typeface="Cambria Math" panose="02040503050406030204" pitchFamily="18" charset="0"/>
                          </a:rPr>
                          <m:t>𝑗</m:t>
                        </m:r>
                      </m:sub>
                    </m:sSub>
                    <m:r>
                      <a:rPr lang="en-US" sz="11500" dirty="0" smtClean="0">
                        <a:solidFill>
                          <a:srgbClr val="000000"/>
                        </a:solidFill>
                        <a:latin typeface="Cambria Math" panose="02040503050406030204" pitchFamily="18" charset="0"/>
                      </a:rPr>
                      <m:t>+</m:t>
                    </m:r>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𝑟</m:t>
                        </m:r>
                      </m:e>
                      <m:sub>
                        <m:r>
                          <a:rPr lang="en-US" sz="11500" i="1" smtClean="0">
                            <a:solidFill>
                              <a:srgbClr val="000000"/>
                            </a:solidFill>
                            <a:latin typeface="Cambria Math" panose="02040503050406030204" pitchFamily="18" charset="0"/>
                          </a:rPr>
                          <m:t>𝑖</m:t>
                        </m:r>
                      </m:sub>
                    </m:sSub>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𝑠</m:t>
                        </m:r>
                      </m:e>
                      <m:sub>
                        <m:r>
                          <a:rPr lang="en-US" sz="11500" i="1" smtClean="0">
                            <a:solidFill>
                              <a:srgbClr val="000000"/>
                            </a:solidFill>
                            <a:latin typeface="Cambria Math" panose="02040503050406030204" pitchFamily="18" charset="0"/>
                          </a:rPr>
                          <m:t>𝑗</m:t>
                        </m:r>
                      </m:sub>
                    </m:sSub>
                    <m:r>
                      <a:rPr lang="en-US" sz="11500" i="1" smtClean="0">
                        <a:solidFill>
                          <a:srgbClr val="000000"/>
                        </a:solidFill>
                        <a:latin typeface="Cambria Math" panose="02040503050406030204" pitchFamily="18" charset="0"/>
                      </a:rPr>
                      <m:t>−</m:t>
                    </m:r>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𝑟</m:t>
                        </m:r>
                      </m:e>
                      <m:sub>
                        <m:r>
                          <a:rPr lang="en-US" sz="11500" i="1" smtClean="0">
                            <a:solidFill>
                              <a:srgbClr val="000000"/>
                            </a:solidFill>
                            <a:latin typeface="Cambria Math" panose="02040503050406030204" pitchFamily="18" charset="0"/>
                          </a:rPr>
                          <m:t>𝑗</m:t>
                        </m:r>
                      </m:sub>
                    </m:sSub>
                    <m:sSub>
                      <m:sSubPr>
                        <m:ctrlPr>
                          <a:rPr lang="en-US" sz="11500" i="1">
                            <a:solidFill>
                              <a:srgbClr val="000000"/>
                            </a:solidFill>
                            <a:latin typeface="Cambria Math" panose="02040503050406030204" pitchFamily="18" charset="0"/>
                          </a:rPr>
                        </m:ctrlPr>
                      </m:sSubPr>
                      <m:e>
                        <m:r>
                          <a:rPr lang="en-US" sz="11500" i="1" smtClean="0">
                            <a:solidFill>
                              <a:srgbClr val="000000"/>
                            </a:solidFill>
                            <a:latin typeface="Cambria Math" panose="02040503050406030204" pitchFamily="18" charset="0"/>
                          </a:rPr>
                          <m:t>𝑠</m:t>
                        </m:r>
                      </m:e>
                      <m:sub>
                        <m:r>
                          <a:rPr lang="en-US" sz="11500" i="1" smtClean="0">
                            <a:solidFill>
                              <a:srgbClr val="000000"/>
                            </a:solidFill>
                            <a:latin typeface="Cambria Math" panose="02040503050406030204" pitchFamily="18" charset="0"/>
                          </a:rPr>
                          <m:t>𝑖</m:t>
                        </m:r>
                      </m:sub>
                    </m:sSub>
                  </m:oMath>
                </a14:m>
                <a:r>
                  <a:rPr lang="en-US" sz="11500" u="sng" dirty="0">
                    <a:solidFill>
                      <a:srgbClr val="000000"/>
                    </a:solidFill>
                    <a:latin typeface="Arial Black" panose="020B0A04020102020204" pitchFamily="34" charset="0"/>
                  </a:rPr>
                  <a:t> </a:t>
                </a:r>
              </a:p>
            </p:txBody>
          </p:sp>
        </mc:Choice>
        <mc:Fallback xmlns="">
          <p:sp>
            <p:nvSpPr>
              <p:cNvPr id="55" name="TextBox 54">
                <a:extLst>
                  <a:ext uri="{FF2B5EF4-FFF2-40B4-BE49-F238E27FC236}">
                    <a16:creationId xmlns:a16="http://schemas.microsoft.com/office/drawing/2014/main" id="{06FB3C49-47FB-404D-ABE0-31D13AC9959D}"/>
                  </a:ext>
                </a:extLst>
              </p:cNvPr>
              <p:cNvSpPr txBox="1">
                <a:spLocks noRot="1" noChangeAspect="1" noMove="1" noResize="1" noEditPoints="1" noAdjustHandles="1" noChangeArrowheads="1" noChangeShapeType="1" noTextEdit="1"/>
              </p:cNvSpPr>
              <p:nvPr/>
            </p:nvSpPr>
            <p:spPr>
              <a:xfrm>
                <a:off x="1836368" y="7354990"/>
                <a:ext cx="16635119" cy="12457128"/>
              </a:xfrm>
              <a:prstGeom prst="rect">
                <a:avLst/>
              </a:prstGeom>
              <a:blipFill>
                <a:blip r:embed="rId6"/>
                <a:stretch>
                  <a:fillRect l="-5423" t="-3622"/>
                </a:stretch>
              </a:blipFill>
            </p:spPr>
            <p:txBody>
              <a:bodyPr/>
              <a:lstStyle/>
              <a:p>
                <a:r>
                  <a:rPr lang="en-US">
                    <a:noFill/>
                  </a:rPr>
                  <a:t> </a:t>
                </a:r>
              </a:p>
            </p:txBody>
          </p:sp>
        </mc:Fallback>
      </mc:AlternateContent>
      <p:graphicFrame>
        <p:nvGraphicFramePr>
          <p:cNvPr id="38" name="Object 37">
            <a:extLst>
              <a:ext uri="{FF2B5EF4-FFF2-40B4-BE49-F238E27FC236}">
                <a16:creationId xmlns:a16="http://schemas.microsoft.com/office/drawing/2014/main" id="{9B47C8AC-7C77-6691-B6BA-51546BB7EB9F}"/>
              </a:ext>
            </a:extLst>
          </p:cNvPr>
          <p:cNvGraphicFramePr>
            <a:graphicFrameLocks noChangeAspect="1"/>
          </p:cNvGraphicFramePr>
          <p:nvPr>
            <p:extLst>
              <p:ext uri="{D42A27DB-BD31-4B8C-83A1-F6EECF244321}">
                <p14:modId xmlns:p14="http://schemas.microsoft.com/office/powerpoint/2010/main" val="4145155227"/>
              </p:ext>
            </p:extLst>
          </p:nvPr>
        </p:nvGraphicFramePr>
        <p:xfrm>
          <a:off x="5766428" y="20011519"/>
          <a:ext cx="7781812" cy="7781812"/>
        </p:xfrm>
        <a:graphic>
          <a:graphicData uri="http://schemas.openxmlformats.org/presentationml/2006/ole">
            <mc:AlternateContent xmlns:mc="http://schemas.openxmlformats.org/markup-compatibility/2006">
              <mc:Choice xmlns:v="urn:schemas-microsoft-com:vml" Requires="v">
                <p:oleObj name="Acrobat Document" r:id="rId7" imgW="22860000" imgH="22859623" progId="Acrobat.Document.DC">
                  <p:embed/>
                </p:oleObj>
              </mc:Choice>
              <mc:Fallback>
                <p:oleObj name="Acrobat Document" r:id="rId7" imgW="22860000" imgH="22859623" progId="Acrobat.Document.DC">
                  <p:embed/>
                  <p:pic>
                    <p:nvPicPr>
                      <p:cNvPr id="12" name="Object 11">
                        <a:extLst>
                          <a:ext uri="{FF2B5EF4-FFF2-40B4-BE49-F238E27FC236}">
                            <a16:creationId xmlns:a16="http://schemas.microsoft.com/office/drawing/2014/main" id="{DBC5E10E-E252-522A-5AAF-B1DAA74156E2}"/>
                          </a:ext>
                        </a:extLst>
                      </p:cNvPr>
                      <p:cNvPicPr/>
                      <p:nvPr/>
                    </p:nvPicPr>
                    <p:blipFill>
                      <a:blip r:embed="rId8"/>
                      <a:stretch>
                        <a:fillRect/>
                      </a:stretch>
                    </p:blipFill>
                    <p:spPr>
                      <a:xfrm>
                        <a:off x="5766428" y="20011519"/>
                        <a:ext cx="7781812" cy="7781812"/>
                      </a:xfrm>
                      <a:prstGeom prst="rect">
                        <a:avLst/>
                      </a:prstGeom>
                    </p:spPr>
                  </p:pic>
                </p:oleObj>
              </mc:Fallback>
            </mc:AlternateContent>
          </a:graphicData>
        </a:graphic>
      </p:graphicFrame>
    </p:spTree>
    <p:extLst>
      <p:ext uri="{BB962C8B-B14F-4D97-AF65-F5344CB8AC3E}">
        <p14:creationId xmlns:p14="http://schemas.microsoft.com/office/powerpoint/2010/main" val="3258924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accent1"/>
            </a:gs>
            <a:gs pos="40000">
              <a:schemeClr val="bg1"/>
            </a:gs>
            <a:gs pos="100000">
              <a:schemeClr val="accent2"/>
            </a:gs>
          </a:gsLst>
          <a:path path="circle">
            <a:fillToRect l="50000" t="-80000" r="50000" b="180000"/>
          </a:path>
        </a:gra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5BC1452-D44A-15C8-647F-1682901811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3820" y="5867396"/>
            <a:ext cx="4876800" cy="4876800"/>
          </a:xfrm>
          <a:prstGeom prst="rect">
            <a:avLst/>
          </a:prstGeom>
        </p:spPr>
      </p:pic>
      <p:pic>
        <p:nvPicPr>
          <p:cNvPr id="9" name="Graphic 8">
            <a:extLst>
              <a:ext uri="{FF2B5EF4-FFF2-40B4-BE49-F238E27FC236}">
                <a16:creationId xmlns:a16="http://schemas.microsoft.com/office/drawing/2014/main" id="{02499AD1-A266-6D3B-84C2-D63C97AF63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50020" y="11353796"/>
            <a:ext cx="4724400" cy="4876800"/>
          </a:xfrm>
          <a:prstGeom prst="rect">
            <a:avLst/>
          </a:prstGeom>
        </p:spPr>
      </p:pic>
      <p:sp>
        <p:nvSpPr>
          <p:cNvPr id="10" name="TextBox 9">
            <a:extLst>
              <a:ext uri="{FF2B5EF4-FFF2-40B4-BE49-F238E27FC236}">
                <a16:creationId xmlns:a16="http://schemas.microsoft.com/office/drawing/2014/main" id="{71246A1F-0083-1E80-E426-1751F6B3F950}"/>
              </a:ext>
            </a:extLst>
          </p:cNvPr>
          <p:cNvSpPr txBox="1"/>
          <p:nvPr/>
        </p:nvSpPr>
        <p:spPr>
          <a:xfrm>
            <a:off x="8403759" y="6346369"/>
            <a:ext cx="36837257" cy="4508927"/>
          </a:xfrm>
          <a:prstGeom prst="rect">
            <a:avLst/>
          </a:prstGeom>
          <a:noFill/>
        </p:spPr>
        <p:txBody>
          <a:bodyPr wrap="square" rtlCol="0">
            <a:spAutoFit/>
          </a:bodyPr>
          <a:lstStyle/>
          <a:p>
            <a:r>
              <a:rPr lang="en-US" sz="28700" dirty="0">
                <a:solidFill>
                  <a:srgbClr val="000000"/>
                </a:solidFill>
                <a:latin typeface="Jost Bold" pitchFamily="2" charset="0"/>
                <a:ea typeface="Jost Bold" pitchFamily="2" charset="0"/>
              </a:rPr>
              <a:t>@math_mcshane</a:t>
            </a:r>
          </a:p>
        </p:txBody>
      </p:sp>
      <p:sp>
        <p:nvSpPr>
          <p:cNvPr id="38" name="TextBox 37">
            <a:extLst>
              <a:ext uri="{FF2B5EF4-FFF2-40B4-BE49-F238E27FC236}">
                <a16:creationId xmlns:a16="http://schemas.microsoft.com/office/drawing/2014/main" id="{6AD301E4-7704-49ED-5EBE-F01A317CCFDC}"/>
              </a:ext>
            </a:extLst>
          </p:cNvPr>
          <p:cNvSpPr txBox="1"/>
          <p:nvPr/>
        </p:nvSpPr>
        <p:spPr>
          <a:xfrm>
            <a:off x="8403759" y="11761629"/>
            <a:ext cx="36837257" cy="4508927"/>
          </a:xfrm>
          <a:prstGeom prst="rect">
            <a:avLst/>
          </a:prstGeom>
          <a:noFill/>
        </p:spPr>
        <p:txBody>
          <a:bodyPr wrap="square" rtlCol="0">
            <a:spAutoFit/>
          </a:bodyPr>
          <a:lstStyle/>
          <a:p>
            <a:r>
              <a:rPr lang="en-US" sz="28700" dirty="0">
                <a:solidFill>
                  <a:srgbClr val="000000"/>
                </a:solidFill>
                <a:latin typeface="Jost Bold" pitchFamily="2" charset="0"/>
                <a:ea typeface="Jost Bold" pitchFamily="2" charset="0"/>
              </a:rPr>
              <a:t>@math–mcshane</a:t>
            </a:r>
          </a:p>
        </p:txBody>
      </p:sp>
      <p:pic>
        <p:nvPicPr>
          <p:cNvPr id="39" name="Picture 38">
            <a:extLst>
              <a:ext uri="{FF2B5EF4-FFF2-40B4-BE49-F238E27FC236}">
                <a16:creationId xmlns:a16="http://schemas.microsoft.com/office/drawing/2014/main" id="{12811F2B-20E3-61B2-4CBE-30B7B133228E}"/>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73821" y="17677274"/>
            <a:ext cx="4807800" cy="3702263"/>
          </a:xfrm>
          <a:prstGeom prst="rect">
            <a:avLst/>
          </a:prstGeom>
          <a:noFill/>
          <a:ln>
            <a:noFill/>
          </a:ln>
        </p:spPr>
      </p:pic>
      <p:sp>
        <p:nvSpPr>
          <p:cNvPr id="40" name="TextBox 39">
            <a:extLst>
              <a:ext uri="{FF2B5EF4-FFF2-40B4-BE49-F238E27FC236}">
                <a16:creationId xmlns:a16="http://schemas.microsoft.com/office/drawing/2014/main" id="{E1173DA9-5EA1-C469-A72D-56250DCE4F10}"/>
              </a:ext>
            </a:extLst>
          </p:cNvPr>
          <p:cNvSpPr txBox="1"/>
          <p:nvPr/>
        </p:nvSpPr>
        <p:spPr>
          <a:xfrm>
            <a:off x="8403757" y="17481691"/>
            <a:ext cx="40581958" cy="4093428"/>
          </a:xfrm>
          <a:prstGeom prst="rect">
            <a:avLst/>
          </a:prstGeom>
          <a:noFill/>
        </p:spPr>
        <p:txBody>
          <a:bodyPr wrap="square" rtlCol="0">
            <a:spAutoFit/>
          </a:bodyPr>
          <a:lstStyle/>
          <a:p>
            <a:r>
              <a:rPr lang="en-US" sz="26000" dirty="0">
                <a:solidFill>
                  <a:srgbClr val="000000"/>
                </a:solidFill>
                <a:latin typeface="Jost Bold" pitchFamily="2" charset="0"/>
                <a:ea typeface="Jost Bold" pitchFamily="2" charset="0"/>
              </a:rPr>
              <a:t>math.mcshane@gmail.com</a:t>
            </a:r>
          </a:p>
        </p:txBody>
      </p:sp>
      <p:sp>
        <p:nvSpPr>
          <p:cNvPr id="47" name="TextBox 46">
            <a:extLst>
              <a:ext uri="{FF2B5EF4-FFF2-40B4-BE49-F238E27FC236}">
                <a16:creationId xmlns:a16="http://schemas.microsoft.com/office/drawing/2014/main" id="{48D9762A-DF6E-ABB2-B2EC-3F24255ABA02}"/>
              </a:ext>
            </a:extLst>
          </p:cNvPr>
          <p:cNvSpPr txBox="1"/>
          <p:nvPr/>
        </p:nvSpPr>
        <p:spPr>
          <a:xfrm>
            <a:off x="1132113" y="22785488"/>
            <a:ext cx="48985715" cy="4093428"/>
          </a:xfrm>
          <a:prstGeom prst="rect">
            <a:avLst/>
          </a:prstGeom>
          <a:noFill/>
        </p:spPr>
        <p:txBody>
          <a:bodyPr wrap="square" rtlCol="0">
            <a:spAutoFit/>
          </a:bodyPr>
          <a:lstStyle/>
          <a:p>
            <a:pPr algn="ctr"/>
            <a:r>
              <a:rPr lang="en-US" sz="26000" dirty="0">
                <a:solidFill>
                  <a:srgbClr val="000000"/>
                </a:solidFill>
                <a:latin typeface="Jost Bold" pitchFamily="2" charset="0"/>
                <a:ea typeface="Jost Bold" pitchFamily="2" charset="0"/>
              </a:rPr>
              <a:t>Open to ’22–’23 Positions </a:t>
            </a:r>
          </a:p>
        </p:txBody>
      </p:sp>
      <p:graphicFrame>
        <p:nvGraphicFramePr>
          <p:cNvPr id="12" name="Object 11">
            <a:extLst>
              <a:ext uri="{FF2B5EF4-FFF2-40B4-BE49-F238E27FC236}">
                <a16:creationId xmlns:a16="http://schemas.microsoft.com/office/drawing/2014/main" id="{DBC5E10E-E252-522A-5AAF-B1DAA74156E2}"/>
              </a:ext>
            </a:extLst>
          </p:cNvPr>
          <p:cNvGraphicFramePr>
            <a:graphicFrameLocks noChangeAspect="1"/>
          </p:cNvGraphicFramePr>
          <p:nvPr>
            <p:extLst>
              <p:ext uri="{D42A27DB-BD31-4B8C-83A1-F6EECF244321}">
                <p14:modId xmlns:p14="http://schemas.microsoft.com/office/powerpoint/2010/main" val="851290515"/>
              </p:ext>
            </p:extLst>
          </p:nvPr>
        </p:nvGraphicFramePr>
        <p:xfrm>
          <a:off x="36977660" y="4986818"/>
          <a:ext cx="12690456" cy="12690456"/>
        </p:xfrm>
        <a:graphic>
          <a:graphicData uri="http://schemas.openxmlformats.org/presentationml/2006/ole">
            <mc:AlternateContent xmlns:mc="http://schemas.openxmlformats.org/markup-compatibility/2006">
              <mc:Choice xmlns:v="urn:schemas-microsoft-com:vml" Requires="v">
                <p:oleObj name="Acrobat Document" r:id="rId7" imgW="22860000" imgH="22859623" progId="Acrobat.Document.DC">
                  <p:embed/>
                </p:oleObj>
              </mc:Choice>
              <mc:Fallback>
                <p:oleObj name="Acrobat Document" r:id="rId7" imgW="22860000" imgH="22859623" progId="Acrobat.Document.DC">
                  <p:embed/>
                  <p:pic>
                    <p:nvPicPr>
                      <p:cNvPr id="0" name=""/>
                      <p:cNvPicPr/>
                      <p:nvPr/>
                    </p:nvPicPr>
                    <p:blipFill>
                      <a:blip r:embed="rId8"/>
                      <a:stretch>
                        <a:fillRect/>
                      </a:stretch>
                    </p:blipFill>
                    <p:spPr>
                      <a:xfrm>
                        <a:off x="36977660" y="4986818"/>
                        <a:ext cx="12690456" cy="12690456"/>
                      </a:xfrm>
                      <a:prstGeom prst="rect">
                        <a:avLst/>
                      </a:prstGeom>
                    </p:spPr>
                  </p:pic>
                </p:oleObj>
              </mc:Fallback>
            </mc:AlternateContent>
          </a:graphicData>
        </a:graphic>
      </p:graphicFrame>
      <p:pic>
        <p:nvPicPr>
          <p:cNvPr id="49" name="Picture 4" descr="Police Car Light on JoyPixels 7.0">
            <a:extLst>
              <a:ext uri="{FF2B5EF4-FFF2-40B4-BE49-F238E27FC236}">
                <a16:creationId xmlns:a16="http://schemas.microsoft.com/office/drawing/2014/main" id="{5FA9D271-F124-F8CB-2C4E-8F83989CCB3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5065" y="23163674"/>
            <a:ext cx="3009909" cy="300990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Police Car Light on JoyPixels 7.0">
            <a:extLst>
              <a:ext uri="{FF2B5EF4-FFF2-40B4-BE49-F238E27FC236}">
                <a16:creationId xmlns:a16="http://schemas.microsoft.com/office/drawing/2014/main" id="{7C9FBCB4-FD2A-EFEB-586D-5C96ADD34D8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35767" y="23060740"/>
            <a:ext cx="3009909" cy="300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504077"/>
      </p:ext>
    </p:extLst>
  </p:cSld>
  <p:clrMapOvr>
    <a:masterClrMapping/>
  </p:clrMapOvr>
</p:sld>
</file>

<file path=ppt/theme/theme1.xml><?xml version="1.0" encoding="utf-8"?>
<a:theme xmlns:a="http://schemas.openxmlformats.org/drawingml/2006/main" name="PosterPresentations.com-48x48-Templat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Custom 4">
      <a:dk1>
        <a:sysClr val="windowText" lastClr="000000"/>
      </a:dk1>
      <a:lt1>
        <a:sysClr val="window" lastClr="FFFFFF"/>
      </a:lt1>
      <a:dk2>
        <a:srgbClr val="003366"/>
      </a:dk2>
      <a:lt2>
        <a:srgbClr val="F2BF49"/>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lassic 3 Columns">
  <a:themeElements>
    <a:clrScheme name="Amherst">
      <a:dk1>
        <a:srgbClr val="31194C"/>
      </a:dk1>
      <a:lt1>
        <a:sysClr val="window" lastClr="FFFFFF"/>
      </a:lt1>
      <a:dk2>
        <a:srgbClr val="31194C"/>
      </a:dk2>
      <a:lt2>
        <a:srgbClr val="F2BF49"/>
      </a:lt2>
      <a:accent1>
        <a:srgbClr val="31194C"/>
      </a:accent1>
      <a:accent2>
        <a:srgbClr val="5D3B85"/>
      </a:accent2>
      <a:accent3>
        <a:srgbClr val="5D3B85"/>
      </a:accent3>
      <a:accent4>
        <a:srgbClr val="5D3B85"/>
      </a:accent4>
      <a:accent5>
        <a:srgbClr val="5D3B85"/>
      </a:accent5>
      <a:accent6>
        <a:srgbClr val="5D3B85"/>
      </a:accent6>
      <a:hlink>
        <a:srgbClr val="5D3B85"/>
      </a:hlink>
      <a:folHlink>
        <a:srgbClr val="5D3B8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PosterPresentations.com-48x48-Template</Template>
  <TotalTime>22275</TotalTime>
  <Words>50</Words>
  <Application>Microsoft Office PowerPoint</Application>
  <PresentationFormat>Custom</PresentationFormat>
  <Paragraphs>20</Paragraphs>
  <Slides>2</Slides>
  <Notes>0</Notes>
  <HiddenSlides>0</HiddenSlides>
  <MMClips>0</MMClips>
  <ScaleCrop>false</ScaleCrop>
  <HeadingPairs>
    <vt:vector size="8" baseType="variant">
      <vt:variant>
        <vt:lpstr>Fonts Used</vt:lpstr>
      </vt:variant>
      <vt:variant>
        <vt:i4>8</vt:i4>
      </vt:variant>
      <vt:variant>
        <vt:lpstr>Theme</vt:lpstr>
      </vt:variant>
      <vt:variant>
        <vt:i4>4</vt:i4>
      </vt:variant>
      <vt:variant>
        <vt:lpstr>Embedded OLE Servers</vt:lpstr>
      </vt:variant>
      <vt:variant>
        <vt:i4>2</vt:i4>
      </vt:variant>
      <vt:variant>
        <vt:lpstr>Slide Titles</vt:lpstr>
      </vt:variant>
      <vt:variant>
        <vt:i4>2</vt:i4>
      </vt:variant>
    </vt:vector>
  </HeadingPairs>
  <TitlesOfParts>
    <vt:vector size="16" baseType="lpstr">
      <vt:lpstr>Arial</vt:lpstr>
      <vt:lpstr>Arial Black</vt:lpstr>
      <vt:lpstr>Calibri</vt:lpstr>
      <vt:lpstr>Cambria Math</vt:lpstr>
      <vt:lpstr>Jost</vt:lpstr>
      <vt:lpstr>Jost Black</vt:lpstr>
      <vt:lpstr>Jost Bold</vt:lpstr>
      <vt:lpstr>Trebuchet MS</vt:lpstr>
      <vt:lpstr>PosterPresentations.com-48x48-Template</vt:lpstr>
      <vt:lpstr>1_Classic 3 Columns</vt:lpstr>
      <vt:lpstr>2_Classic 3 Columns</vt:lpstr>
      <vt:lpstr>Classic - Wide Center</vt:lpstr>
      <vt:lpstr>Image</vt:lpstr>
      <vt:lpstr>Acrobat Document</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McShane</dc:creator>
  <dc:description>This template is the property of PosterPresentations.com. Call us if you need help with this poster template._x000d_
1-866-649-3004           _x000d_
 (c)PosterPresentations.com</dc:description>
  <cp:lastModifiedBy>Ry Mc</cp:lastModifiedBy>
  <cp:revision>269</cp:revision>
  <dcterms:created xsi:type="dcterms:W3CDTF">2012-02-09T20:53:12Z</dcterms:created>
  <dcterms:modified xsi:type="dcterms:W3CDTF">2022-08-02T09:22:08Z</dcterms:modified>
</cp:coreProperties>
</file>